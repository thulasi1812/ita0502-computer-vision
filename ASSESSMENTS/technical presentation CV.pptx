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71B56-76FF-08E9-F7E4-42F5FE1DD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B6AEA-ADB8-39D4-9550-EEFE08005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3FC60-F8C5-027F-8C26-F069A6DE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5A18-2602-4EB9-A0D9-C7D1765B1C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92C24-4E78-3D99-8BCA-BF0911802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1370A-62D5-8E5B-5CFE-AB83A988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F312-A931-40E9-AF81-E583569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778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32CCB-01BF-9AE5-6600-22974071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525C5-3C95-D6CA-CF8A-305EB63EA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3393F-0BE4-878B-7F7D-5BFD5B2F2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5A18-2602-4EB9-A0D9-C7D1765B1C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6B3F6-A0AB-037E-50B5-DCFC2049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77441-3176-E278-0538-3C2D3228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F312-A931-40E9-AF81-E583569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34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939C0-056B-5351-1364-FDC100F3E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AD4C2-4DB0-D623-840A-BBA7623BE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C6933-98D5-1231-0185-66297C2F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5A18-2602-4EB9-A0D9-C7D1765B1C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0C28-711B-847E-2BD7-DD5B2FD1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E8CE5-0744-999B-3F34-B5599A106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F312-A931-40E9-AF81-E583569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554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6D6D4-23FE-5A50-BF96-B81CCBC80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85349-848D-3364-597F-E4E0E25A7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520C7-A201-65C9-0308-AAFE2D232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8038F-E31E-746D-D496-D5793815B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5A18-2602-4EB9-A0D9-C7D1765B1C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07F41-395E-A52D-0EB2-5FBEDD25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60637-B476-1D95-9C5F-E1CBE7CC0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F312-A931-40E9-AF81-E583569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837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2FC1-A32D-A577-1261-36031EC08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4AE6A-2ED4-D95E-747D-02DE406C4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FDA37-DE8D-795D-EC1F-FD8DADF37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BFE1EE-DD57-2482-4074-ED15FED86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EF06FA-C5A4-67A0-4CAF-DBAA9DBF3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164BF-C391-DF5B-1A5F-2C05C16DE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5A18-2602-4EB9-A0D9-C7D1765B1C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E90CF-EE92-E6EC-D348-A27E416AE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9010FF-E692-5608-DF0A-E9284C3CA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F312-A931-40E9-AF81-E583569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380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F1E7-42D9-21B9-CD75-E1DE420CB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04CFD2-A85B-8D50-500D-FF9AB8EFE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5A18-2602-4EB9-A0D9-C7D1765B1C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A2DB5-EDD8-8AD5-4FAD-E2A18599B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A3A37-6D26-C30B-156E-D3CD2FD7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F312-A931-40E9-AF81-E583569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80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2E5ED7-AAC9-AC53-B00E-5A94AFB63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5A18-2602-4EB9-A0D9-C7D1765B1C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78189-F8D2-C308-A5BE-02CF8E8A3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7DF65-66A0-4CCB-E823-E23CB1CA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F312-A931-40E9-AF81-E583569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502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471D2-0D82-619F-2E04-A2C92E6DA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76402-2440-13C4-85BC-B9AF117B4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7ADFA-8B79-EE25-2E7A-47F5363FE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B545D-B218-8CA2-6290-654F23A6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5A18-2602-4EB9-A0D9-C7D1765B1C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AE141-1651-595A-4341-4CF1F91E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32079-C62C-EE97-B579-9819735D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F312-A931-40E9-AF81-E583569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975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DE2A7-BFAA-02E4-7537-9DB0B32D9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9828CB-8432-9D8E-50FF-1AEF32B68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11C2C-B478-7F55-308D-6603C4B47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FF1AE-3C07-B770-3153-4C0B45E8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5A18-2602-4EB9-A0D9-C7D1765B1C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B7FC9-E0C4-F447-F7BB-2D771B84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665B9-85F9-FFA2-CBF3-DBF66365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F312-A931-40E9-AF81-E583569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566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B4155-C294-6E89-0811-4D7A0B51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EFF81-987D-3D57-B3A4-8E821DF9D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31FDA-5D3D-F2F6-1006-72DDC9C5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5A18-2602-4EB9-A0D9-C7D1765B1C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7C30B-855A-58A1-9874-B9C3E018D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FAA6A-5E11-1DCB-7FC5-207E15A0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F312-A931-40E9-AF81-E583569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60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21D3D7-69E6-D55F-A119-710484D266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8BE1B-F7E3-D2CA-E2AE-22171820B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6B75A-8974-AC4C-38C9-32DD69FCD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5A18-2602-4EB9-A0D9-C7D1765B1C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960C0-518F-A0DA-F581-B209D7233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15210-4ABE-587E-8DC5-D96D6757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F312-A931-40E9-AF81-E583569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8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8164BE-D0CD-4D8A-394E-9B4EB8FA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5662C-D26C-E8F7-4D1F-9221008B9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D24D4-626B-E732-45F7-8D8715685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55A18-2602-4EB9-A0D9-C7D1765B1C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22BF2-2A08-8483-22A1-26443DE5F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A61FE-CB69-C21D-926B-A82984693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5F312-A931-40E9-AF81-E583569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85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864074-8545-009B-40BF-19B8EABC0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7113" y="5127171"/>
            <a:ext cx="5105400" cy="134982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THULASI. I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 192421032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5051E045-A374-3525-9D9F-EEAA07F1822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684" y="141200"/>
            <a:ext cx="11560629" cy="1088571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0467EA-D36B-D53D-E3D8-1BB4ED8D7325}"/>
              </a:ext>
            </a:extLst>
          </p:cNvPr>
          <p:cNvSpPr txBox="1"/>
          <p:nvPr/>
        </p:nvSpPr>
        <p:spPr>
          <a:xfrm>
            <a:off x="906233" y="1832206"/>
            <a:ext cx="103795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Sources in Image Sensors: Challenges and Mitigation Strategies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741A5-ED2D-5182-9C2F-9D9891443C36}"/>
              </a:ext>
            </a:extLst>
          </p:cNvPr>
          <p:cNvSpPr txBox="1"/>
          <p:nvPr/>
        </p:nvSpPr>
        <p:spPr>
          <a:xfrm>
            <a:off x="3194612" y="3429000"/>
            <a:ext cx="5949385" cy="575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ITA0502-COMPUTER VISION </a:t>
            </a:r>
          </a:p>
        </p:txBody>
      </p:sp>
    </p:spTree>
    <p:extLst>
      <p:ext uri="{BB962C8B-B14F-4D97-AF65-F5344CB8AC3E}">
        <p14:creationId xmlns:p14="http://schemas.microsoft.com/office/powerpoint/2010/main" val="332082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A8C40-5E9F-5058-8B77-77EC7E1D4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Sensor Noise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Image sensor noise is the unwanted random variation in pixel intensity that reduces image quality during image acquisition.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Sources of Noise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Noise 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Shot Noise 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Noise 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Pattern Noise (FPN) 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Dark Current Noise</a:t>
            </a:r>
          </a:p>
          <a:p>
            <a:endParaRPr lang="en-IN" dirty="0"/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6C7239F6-3301-E288-FD79-76D34B9510B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684" y="141200"/>
            <a:ext cx="11560629" cy="108857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464042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5D308-9099-7671-E91D-44C14AFA9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226105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MRI and X-ray images may affect diagnosis.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visibility at night increases sensor noise.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Atmospheric interference introduces noise.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Inspection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noise can reduce defect detection accuracy.</a:t>
            </a:r>
          </a:p>
          <a:p>
            <a:endParaRPr lang="en-IN" dirty="0"/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7A49500A-29A7-A54D-7EE7-DAFE74A4B37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684" y="141200"/>
            <a:ext cx="11560629" cy="1088571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F535C2-AEF6-587E-D394-389EF697BC0A}"/>
              </a:ext>
            </a:extLst>
          </p:cNvPr>
          <p:cNvSpPr txBox="1"/>
          <p:nvPr/>
        </p:nvSpPr>
        <p:spPr>
          <a:xfrm>
            <a:off x="3853542" y="1560746"/>
            <a:ext cx="40712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Challenges</a:t>
            </a:r>
          </a:p>
        </p:txBody>
      </p:sp>
    </p:spTree>
    <p:extLst>
      <p:ext uri="{BB962C8B-B14F-4D97-AF65-F5344CB8AC3E}">
        <p14:creationId xmlns:p14="http://schemas.microsoft.com/office/powerpoint/2010/main" val="2495388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BC29C-788B-1742-E2F1-065851744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29" y="236546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Techniques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CMOS/CCD sensors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cooling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illumination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dynamic range (HDR) sensors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Techniques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Filter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Filter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Bilateral Filter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Denoising</a:t>
            </a:r>
          </a:p>
          <a:p>
            <a:endParaRPr lang="en-IN" dirty="0"/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016602E9-2F01-7BA6-DF2E-CF16810A749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684" y="141200"/>
            <a:ext cx="11560629" cy="1088571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47215E-BA0C-560B-B1D3-F743650490E9}"/>
              </a:ext>
            </a:extLst>
          </p:cNvPr>
          <p:cNvSpPr txBox="1"/>
          <p:nvPr/>
        </p:nvSpPr>
        <p:spPr>
          <a:xfrm>
            <a:off x="3559627" y="1437306"/>
            <a:ext cx="49856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Mitigation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4085140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AB90F-BB8D-1DBD-E24C-2132BEF4B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461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Noise Sources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Noise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Caused by heat generated inside the sensor.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Shot Noise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Caused by random arrival of photons.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Noise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during signal conversion.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Pattern Noise (FPN)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differences between sensor pixels.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Dark Current Noise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even without light exposure.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2B205160-8BCC-B59B-4EFC-09D1083CDD8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684" y="141200"/>
            <a:ext cx="11560629" cy="1088571"/>
          </a:xfrm>
          <a:prstGeom prst="rect">
            <a:avLst/>
          </a:prstGeom>
          <a:ln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029B7-52CE-A248-54A5-5EEF5EA15490}"/>
              </a:ext>
            </a:extLst>
          </p:cNvPr>
          <p:cNvSpPr txBox="1"/>
          <p:nvPr/>
        </p:nvSpPr>
        <p:spPr>
          <a:xfrm>
            <a:off x="3374572" y="137519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Image Sensor Noise</a:t>
            </a:r>
          </a:p>
        </p:txBody>
      </p:sp>
    </p:spTree>
    <p:extLst>
      <p:ext uri="{BB962C8B-B14F-4D97-AF65-F5344CB8AC3E}">
        <p14:creationId xmlns:p14="http://schemas.microsoft.com/office/powerpoint/2010/main" val="578410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DF34E-6F11-8977-ABF7-76A6015F8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526" y="2180795"/>
            <a:ext cx="10497271" cy="453600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Noise Reduction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image quality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object detection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Computer Vision systems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medical diagnosis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image denoising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cameras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 devices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robotics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High-resolution imaging systems</a:t>
            </a:r>
          </a:p>
          <a:p>
            <a:endParaRPr lang="en-IN" dirty="0"/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02EA1043-F32D-331E-3BB6-41000FC9519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684" y="141200"/>
            <a:ext cx="11560629" cy="1088571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1A94A3-9BFB-174B-7AC0-2C8480CAE1F9}"/>
              </a:ext>
            </a:extLst>
          </p:cNvPr>
          <p:cNvSpPr txBox="1"/>
          <p:nvPr/>
        </p:nvSpPr>
        <p:spPr>
          <a:xfrm>
            <a:off x="3526971" y="142828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Future Scope</a:t>
            </a:r>
          </a:p>
        </p:txBody>
      </p:sp>
    </p:spTree>
    <p:extLst>
      <p:ext uri="{BB962C8B-B14F-4D97-AF65-F5344CB8AC3E}">
        <p14:creationId xmlns:p14="http://schemas.microsoft.com/office/powerpoint/2010/main" val="2577918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Thulasi CV</Template>
  <TotalTime>4</TotalTime>
  <Words>226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Thulasi I</dc:creator>
  <cp:lastModifiedBy>Thulasi I</cp:lastModifiedBy>
  <cp:revision>1</cp:revision>
  <dcterms:created xsi:type="dcterms:W3CDTF">2026-07-19T13:33:17Z</dcterms:created>
  <dcterms:modified xsi:type="dcterms:W3CDTF">2026-07-19T13:37:20Z</dcterms:modified>
</cp:coreProperties>
</file>