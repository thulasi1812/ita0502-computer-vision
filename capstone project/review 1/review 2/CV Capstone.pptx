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60" r:id="rId3"/>
    <p:sldId id="310" r:id="rId4"/>
    <p:sldId id="311" r:id="rId5"/>
    <p:sldId id="309" r:id="rId6"/>
    <p:sldId id="312" r:id="rId7"/>
    <p:sldId id="304" r:id="rId8"/>
    <p:sldId id="305" r:id="rId9"/>
    <p:sldId id="306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267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AFFD13-3834-47AE-B09F-90796E49D586}" v="52" dt="2026-08-20T07:32:54.71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404" autoAdjust="0"/>
  </p:normalViewPr>
  <p:slideViewPr>
    <p:cSldViewPr>
      <p:cViewPr varScale="1">
        <p:scale>
          <a:sx n="55" d="100"/>
          <a:sy n="55" d="100"/>
        </p:scale>
        <p:origin x="944" y="-20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a Periyannan" userId="636aeac5ddcf9632" providerId="LiveId" clId="{F759EA95-3E04-4035-9C8C-99B5FC78855A}"/>
    <pc:docChg chg="undo custSel addSld delSld modSld sldOrd">
      <pc:chgData name="Monika Periyannan" userId="636aeac5ddcf9632" providerId="LiveId" clId="{F759EA95-3E04-4035-9C8C-99B5FC78855A}" dt="2026-07-23T04:14:55.022" v="755" actId="207"/>
      <pc:docMkLst>
        <pc:docMk/>
      </pc:docMkLst>
      <pc:sldChg chg="modSp mod">
        <pc:chgData name="Monika Periyannan" userId="636aeac5ddcf9632" providerId="LiveId" clId="{F759EA95-3E04-4035-9C8C-99B5FC78855A}" dt="2026-07-23T04:14:55.022" v="755" actId="207"/>
        <pc:sldMkLst>
          <pc:docMk/>
          <pc:sldMk cId="0" sldId="256"/>
        </pc:sldMkLst>
        <pc:spChg chg="mod">
          <ac:chgData name="Monika Periyannan" userId="636aeac5ddcf9632" providerId="LiveId" clId="{F759EA95-3E04-4035-9C8C-99B5FC78855A}" dt="2026-07-23T04:14:55.022" v="755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Monika Periyannan" userId="636aeac5ddcf9632" providerId="LiveId" clId="{F759EA95-3E04-4035-9C8C-99B5FC78855A}" dt="2026-07-23T04:14:34.323" v="752" actId="1076"/>
          <ac:spMkLst>
            <pc:docMk/>
            <pc:sldMk cId="0" sldId="256"/>
            <ac:spMk id="9" creationId="{28098409-85F6-0F2D-4500-161EB9B0447B}"/>
          </ac:spMkLst>
        </pc:spChg>
        <pc:spChg chg="mod">
          <ac:chgData name="Monika Periyannan" userId="636aeac5ddcf9632" providerId="LiveId" clId="{F759EA95-3E04-4035-9C8C-99B5FC78855A}" dt="2026-07-23T04:14:38.119" v="753" actId="1076"/>
          <ac:spMkLst>
            <pc:docMk/>
            <pc:sldMk cId="0" sldId="256"/>
            <ac:spMk id="10" creationId="{DA3FEC98-D515-71B1-F627-F38CD18D0984}"/>
          </ac:spMkLst>
        </pc:spChg>
        <pc:spChg chg="mod">
          <ac:chgData name="Monika Periyannan" userId="636aeac5ddcf9632" providerId="LiveId" clId="{F759EA95-3E04-4035-9C8C-99B5FC78855A}" dt="2026-07-23T04:14:41.617" v="754" actId="1076"/>
          <ac:spMkLst>
            <pc:docMk/>
            <pc:sldMk cId="0" sldId="256"/>
            <ac:spMk id="11" creationId="{335F1620-4E9A-C4F9-9CC5-6A5289C687FD}"/>
          </ac:spMkLst>
        </pc:spChg>
      </pc:sldChg>
      <pc:sldChg chg="addSp delSp modSp mod ord">
        <pc:chgData name="Monika Periyannan" userId="636aeac5ddcf9632" providerId="LiveId" clId="{F759EA95-3E04-4035-9C8C-99B5FC78855A}" dt="2026-07-22T18:06:04.373" v="357" actId="1076"/>
        <pc:sldMkLst>
          <pc:docMk/>
          <pc:sldMk cId="0" sldId="260"/>
        </pc:sldMkLst>
        <pc:spChg chg="mod">
          <ac:chgData name="Monika Periyannan" userId="636aeac5ddcf9632" providerId="LiveId" clId="{F759EA95-3E04-4035-9C8C-99B5FC78855A}" dt="2026-07-22T18:03:02.930" v="315" actId="1076"/>
          <ac:spMkLst>
            <pc:docMk/>
            <pc:sldMk cId="0" sldId="260"/>
            <ac:spMk id="2" creationId="{00000000-0000-0000-0000-000000000000}"/>
          </ac:spMkLst>
        </pc:spChg>
        <pc:spChg chg="add mod">
          <ac:chgData name="Monika Periyannan" userId="636aeac5ddcf9632" providerId="LiveId" clId="{F759EA95-3E04-4035-9C8C-99B5FC78855A}" dt="2026-07-22T18:06:04.373" v="357" actId="1076"/>
          <ac:spMkLst>
            <pc:docMk/>
            <pc:sldMk cId="0" sldId="260"/>
            <ac:spMk id="8" creationId="{3F17E4B7-334B-139B-C09C-802CDE44FE3C}"/>
          </ac:spMkLst>
        </pc:spChg>
      </pc:sldChg>
      <pc:sldChg chg="add del ord">
        <pc:chgData name="Monika Periyannan" userId="636aeac5ddcf9632" providerId="LiveId" clId="{F759EA95-3E04-4035-9C8C-99B5FC78855A}" dt="2026-07-22T18:10:32.331" v="392"/>
        <pc:sldMkLst>
          <pc:docMk/>
          <pc:sldMk cId="0" sldId="267"/>
        </pc:sldMkLst>
      </pc:sldChg>
      <pc:sldChg chg="addSp delSp modSp mod">
        <pc:chgData name="Monika Periyannan" userId="636aeac5ddcf9632" providerId="LiveId" clId="{F759EA95-3E04-4035-9C8C-99B5FC78855A}" dt="2026-07-23T02:34:15.569" v="503" actId="1076"/>
        <pc:sldMkLst>
          <pc:docMk/>
          <pc:sldMk cId="3174108139" sldId="304"/>
        </pc:sldMkLst>
      </pc:sldChg>
      <pc:sldChg chg="addSp delSp modSp mod">
        <pc:chgData name="Monika Periyannan" userId="636aeac5ddcf9632" providerId="LiveId" clId="{F759EA95-3E04-4035-9C8C-99B5FC78855A}" dt="2026-07-23T02:35:45.415" v="527" actId="12"/>
        <pc:sldMkLst>
          <pc:docMk/>
          <pc:sldMk cId="3828907968" sldId="305"/>
        </pc:sldMkLst>
        <pc:spChg chg="mod">
          <ac:chgData name="Monika Periyannan" userId="636aeac5ddcf9632" providerId="LiveId" clId="{F759EA95-3E04-4035-9C8C-99B5FC78855A}" dt="2026-07-23T02:35:23.825" v="520" actId="1036"/>
          <ac:spMkLst>
            <pc:docMk/>
            <pc:sldMk cId="3828907968" sldId="305"/>
            <ac:spMk id="5" creationId="{CFE360C5-62E1-0050-C3ED-F80D933A5092}"/>
          </ac:spMkLst>
        </pc:spChg>
        <pc:picChg chg="mod">
          <ac:chgData name="Monika Periyannan" userId="636aeac5ddcf9632" providerId="LiveId" clId="{F759EA95-3E04-4035-9C8C-99B5FC78855A}" dt="2026-07-23T02:35:26.983" v="523" actId="1036"/>
          <ac:picMkLst>
            <pc:docMk/>
            <pc:sldMk cId="3828907968" sldId="305"/>
            <ac:picMk id="2" creationId="{EA67748F-A32B-EE40-D4E8-82A039EEDD80}"/>
          </ac:picMkLst>
        </pc:picChg>
        <pc:picChg chg="mod">
          <ac:chgData name="Monika Periyannan" userId="636aeac5ddcf9632" providerId="LiveId" clId="{F759EA95-3E04-4035-9C8C-99B5FC78855A}" dt="2026-07-23T02:35:30.303" v="525" actId="1036"/>
          <ac:picMkLst>
            <pc:docMk/>
            <pc:sldMk cId="3828907968" sldId="305"/>
            <ac:picMk id="6" creationId="{BA77DA75-8183-8F98-DB2A-A5BFCC873BEC}"/>
          </ac:picMkLst>
        </pc:picChg>
      </pc:sldChg>
      <pc:sldChg chg="addSp delSp modSp mod">
        <pc:chgData name="Monika Periyannan" userId="636aeac5ddcf9632" providerId="LiveId" clId="{F759EA95-3E04-4035-9C8C-99B5FC78855A}" dt="2026-07-23T04:07:31.877" v="644" actId="2711"/>
        <pc:sldMkLst>
          <pc:docMk/>
          <pc:sldMk cId="1866170143" sldId="306"/>
        </pc:sldMkLst>
        <pc:spChg chg="mod">
          <ac:chgData name="Monika Periyannan" userId="636aeac5ddcf9632" providerId="LiveId" clId="{F759EA95-3E04-4035-9C8C-99B5FC78855A}" dt="2026-07-23T02:37:37.660" v="548" actId="1076"/>
          <ac:spMkLst>
            <pc:docMk/>
            <pc:sldMk cId="1866170143" sldId="306"/>
            <ac:spMk id="2" creationId="{07800E22-862F-9FD1-ECA1-17D47C01D956}"/>
          </ac:spMkLst>
        </pc:spChg>
        <pc:spChg chg="mod">
          <ac:chgData name="Monika Periyannan" userId="636aeac5ddcf9632" providerId="LiveId" clId="{F759EA95-3E04-4035-9C8C-99B5FC78855A}" dt="2026-07-23T04:07:31.877" v="644" actId="2711"/>
          <ac:spMkLst>
            <pc:docMk/>
            <pc:sldMk cId="1866170143" sldId="306"/>
            <ac:spMk id="3" creationId="{F32160FF-1221-4755-24CE-74AE7FA377AF}"/>
          </ac:spMkLst>
        </pc:spChg>
        <pc:picChg chg="mod">
          <ac:chgData name="Monika Periyannan" userId="636aeac5ddcf9632" providerId="LiveId" clId="{F759EA95-3E04-4035-9C8C-99B5FC78855A}" dt="2026-07-22T17:26:36.364" v="77" actId="1035"/>
          <ac:picMkLst>
            <pc:docMk/>
            <pc:sldMk cId="1866170143" sldId="306"/>
            <ac:picMk id="4" creationId="{D752607C-7F3C-1433-51E4-A7A351A4C9EF}"/>
          </ac:picMkLst>
        </pc:picChg>
        <pc:picChg chg="mod">
          <ac:chgData name="Monika Periyannan" userId="636aeac5ddcf9632" providerId="LiveId" clId="{F759EA95-3E04-4035-9C8C-99B5FC78855A}" dt="2026-07-22T17:26:39.509" v="80" actId="1035"/>
          <ac:picMkLst>
            <pc:docMk/>
            <pc:sldMk cId="1866170143" sldId="306"/>
            <ac:picMk id="5" creationId="{01AC1049-23EF-4727-8B50-2328E88698DB}"/>
          </ac:picMkLst>
        </pc:picChg>
      </pc:sldChg>
      <pc:sldChg chg="addSp delSp modSp mod ord">
        <pc:chgData name="Monika Periyannan" userId="636aeac5ddcf9632" providerId="LiveId" clId="{F759EA95-3E04-4035-9C8C-99B5FC78855A}" dt="2026-07-23T02:32:47.588" v="489" actId="1076"/>
        <pc:sldMkLst>
          <pc:docMk/>
          <pc:sldMk cId="2351475917" sldId="309"/>
        </pc:sldMkLst>
      </pc:sldChg>
      <pc:sldChg chg="addSp delSp modSp add mod">
        <pc:chgData name="Monika Periyannan" userId="636aeac5ddcf9632" providerId="LiveId" clId="{F759EA95-3E04-4035-9C8C-99B5FC78855A}" dt="2026-07-23T01:38:45.627" v="461" actId="1076"/>
        <pc:sldMkLst>
          <pc:docMk/>
          <pc:sldMk cId="3383930383" sldId="310"/>
        </pc:sldMkLst>
        <pc:spChg chg="mod">
          <ac:chgData name="Monika Periyannan" userId="636aeac5ddcf9632" providerId="LiveId" clId="{F759EA95-3E04-4035-9C8C-99B5FC78855A}" dt="2026-07-23T01:24:44.970" v="395"/>
          <ac:spMkLst>
            <pc:docMk/>
            <pc:sldMk cId="3383930383" sldId="310"/>
            <ac:spMk id="7" creationId="{E99C7B56-2F78-F019-22CB-00FC89278B3E}"/>
          </ac:spMkLst>
        </pc:spChg>
      </pc:sldChg>
      <pc:sldChg chg="addSp delSp modSp add mod">
        <pc:chgData name="Monika Periyannan" userId="636aeac5ddcf9632" providerId="LiveId" clId="{F759EA95-3E04-4035-9C8C-99B5FC78855A}" dt="2026-07-23T01:35:20.541" v="443" actId="1076"/>
        <pc:sldMkLst>
          <pc:docMk/>
          <pc:sldMk cId="3729971206" sldId="311"/>
        </pc:sldMkLst>
        <pc:spChg chg="mod">
          <ac:chgData name="Monika Periyannan" userId="636aeac5ddcf9632" providerId="LiveId" clId="{F759EA95-3E04-4035-9C8C-99B5FC78855A}" dt="2026-07-22T18:08:44.260" v="372" actId="1076"/>
          <ac:spMkLst>
            <pc:docMk/>
            <pc:sldMk cId="3729971206" sldId="311"/>
            <ac:spMk id="2" creationId="{5293536A-260D-B06A-BF23-03D899D8C742}"/>
          </ac:spMkLst>
        </pc:spChg>
      </pc:sldChg>
      <pc:sldChg chg="addSp delSp modSp add mod">
        <pc:chgData name="Monika Periyannan" userId="636aeac5ddcf9632" providerId="LiveId" clId="{F759EA95-3E04-4035-9C8C-99B5FC78855A}" dt="2026-07-23T02:36:48.128" v="539" actId="1076"/>
        <pc:sldMkLst>
          <pc:docMk/>
          <pc:sldMk cId="4225688326" sldId="312"/>
        </pc:sldMkLst>
        <pc:spChg chg="mod">
          <ac:chgData name="Monika Periyannan" userId="636aeac5ddcf9632" providerId="LiveId" clId="{F759EA95-3E04-4035-9C8C-99B5FC78855A}" dt="2026-07-22T18:09:57.454" v="386" actId="20577"/>
          <ac:spMkLst>
            <pc:docMk/>
            <pc:sldMk cId="4225688326" sldId="312"/>
            <ac:spMk id="4" creationId="{D5A15185-F3FA-57BF-1084-504965670ED0}"/>
          </ac:spMkLst>
        </pc:spChg>
        <pc:spChg chg="mod">
          <ac:chgData name="Monika Periyannan" userId="636aeac5ddcf9632" providerId="LiveId" clId="{F759EA95-3E04-4035-9C8C-99B5FC78855A}" dt="2026-07-23T02:36:48.128" v="539" actId="1076"/>
          <ac:spMkLst>
            <pc:docMk/>
            <pc:sldMk cId="4225688326" sldId="312"/>
            <ac:spMk id="8" creationId="{A4705A80-58C7-5714-49AB-4A6B280741F2}"/>
          </ac:spMkLst>
        </pc:spChg>
      </pc:sldChg>
      <pc:sldChg chg="addSp delSp modSp add mod">
        <pc:chgData name="Monika Periyannan" userId="636aeac5ddcf9632" providerId="LiveId" clId="{F759EA95-3E04-4035-9C8C-99B5FC78855A}" dt="2026-07-23T02:41:22.387" v="596" actId="1076"/>
        <pc:sldMkLst>
          <pc:docMk/>
          <pc:sldMk cId="334889959" sldId="313"/>
        </pc:sldMkLst>
        <pc:spChg chg="mod">
          <ac:chgData name="Monika Periyannan" userId="636aeac5ddcf9632" providerId="LiveId" clId="{F759EA95-3E04-4035-9C8C-99B5FC78855A}" dt="2026-07-23T02:41:15.465" v="594" actId="14100"/>
          <ac:spMkLst>
            <pc:docMk/>
            <pc:sldMk cId="334889959" sldId="313"/>
            <ac:spMk id="2" creationId="{53215537-B2DC-E67C-E03D-D1F9B9942D2F}"/>
          </ac:spMkLst>
        </pc:spChg>
        <pc:spChg chg="mod">
          <ac:chgData name="Monika Periyannan" userId="636aeac5ddcf9632" providerId="LiveId" clId="{F759EA95-3E04-4035-9C8C-99B5FC78855A}" dt="2026-07-23T02:38:48.211" v="559" actId="1076"/>
          <ac:spMkLst>
            <pc:docMk/>
            <pc:sldMk cId="334889959" sldId="313"/>
            <ac:spMk id="3" creationId="{47CD89E7-5125-A380-66F1-9D26B98F0742}"/>
          </ac:spMkLst>
        </pc:spChg>
      </pc:sldChg>
      <pc:sldChg chg="addSp delSp modSp add mod">
        <pc:chgData name="Monika Periyannan" userId="636aeac5ddcf9632" providerId="LiveId" clId="{F759EA95-3E04-4035-9C8C-99B5FC78855A}" dt="2026-07-23T04:08:37.948" v="655" actId="1076"/>
        <pc:sldMkLst>
          <pc:docMk/>
          <pc:sldMk cId="1035353030" sldId="314"/>
        </pc:sldMkLst>
        <pc:spChg chg="mod">
          <ac:chgData name="Monika Periyannan" userId="636aeac5ddcf9632" providerId="LiveId" clId="{F759EA95-3E04-4035-9C8C-99B5FC78855A}" dt="2026-07-23T04:05:43.693" v="616" actId="1076"/>
          <ac:spMkLst>
            <pc:docMk/>
            <pc:sldMk cId="1035353030" sldId="314"/>
            <ac:spMk id="2" creationId="{E7F5A7AB-C65A-52B5-909E-3C4B08563961}"/>
          </ac:spMkLst>
        </pc:spChg>
        <pc:spChg chg="mod">
          <ac:chgData name="Monika Periyannan" userId="636aeac5ddcf9632" providerId="LiveId" clId="{F759EA95-3E04-4035-9C8C-99B5FC78855A}" dt="2026-07-23T02:42:06.790" v="604" actId="1076"/>
          <ac:spMkLst>
            <pc:docMk/>
            <pc:sldMk cId="1035353030" sldId="314"/>
            <ac:spMk id="3" creationId="{87C57BBC-9E41-FC7B-C6CD-44CB0B111CC8}"/>
          </ac:spMkLst>
        </pc:spChg>
      </pc:sldChg>
      <pc:sldChg chg="addSp delSp modSp add mod">
        <pc:chgData name="Monika Periyannan" userId="636aeac5ddcf9632" providerId="LiveId" clId="{F759EA95-3E04-4035-9C8C-99B5FC78855A}" dt="2026-07-23T04:09:08.461" v="661" actId="1076"/>
        <pc:sldMkLst>
          <pc:docMk/>
          <pc:sldMk cId="1763607789" sldId="315"/>
        </pc:sldMkLst>
        <pc:spChg chg="mod">
          <ac:chgData name="Monika Periyannan" userId="636aeac5ddcf9632" providerId="LiveId" clId="{F759EA95-3E04-4035-9C8C-99B5FC78855A}" dt="2026-07-23T04:07:13.521" v="642" actId="1076"/>
          <ac:spMkLst>
            <pc:docMk/>
            <pc:sldMk cId="1763607789" sldId="315"/>
            <ac:spMk id="2" creationId="{7B079928-5C26-CD9F-55D4-43B6D0148A21}"/>
          </ac:spMkLst>
        </pc:spChg>
        <pc:spChg chg="mod">
          <ac:chgData name="Monika Periyannan" userId="636aeac5ddcf9632" providerId="LiveId" clId="{F759EA95-3E04-4035-9C8C-99B5FC78855A}" dt="2026-07-23T04:07:22.249" v="643" actId="2711"/>
          <ac:spMkLst>
            <pc:docMk/>
            <pc:sldMk cId="1763607789" sldId="315"/>
            <ac:spMk id="3" creationId="{6E336050-01CE-246F-6A06-E321F049422A}"/>
          </ac:spMkLst>
        </pc:spChg>
      </pc:sldChg>
    </pc:docChg>
  </pc:docChgLst>
  <pc:docChgLst>
    <pc:chgData name="Thulasi I" userId="02cae29d05629c47" providerId="LiveId" clId="{B5385586-86AC-4735-820A-C5D4778B93AB}"/>
    <pc:docChg chg="undo redo custSel addSld delSld modSld sldOrd">
      <pc:chgData name="Thulasi I" userId="02cae29d05629c47" providerId="LiveId" clId="{B5385586-86AC-4735-820A-C5D4778B93AB}" dt="2026-08-20T07:33:18.702" v="920"/>
      <pc:docMkLst>
        <pc:docMk/>
      </pc:docMkLst>
      <pc:sldChg chg="addSp delSp modSp mod">
        <pc:chgData name="Thulasi I" userId="02cae29d05629c47" providerId="LiveId" clId="{B5385586-86AC-4735-820A-C5D4778B93AB}" dt="2026-07-24T16:30:36.315" v="176"/>
        <pc:sldMkLst>
          <pc:docMk/>
          <pc:sldMk cId="0" sldId="256"/>
        </pc:sldMkLst>
        <pc:spChg chg="mod">
          <ac:chgData name="Thulasi I" userId="02cae29d05629c47" providerId="LiveId" clId="{B5385586-86AC-4735-820A-C5D4778B93AB}" dt="2026-07-24T16:30:36.315" v="1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Thulasi I" userId="02cae29d05629c47" providerId="LiveId" clId="{B5385586-86AC-4735-820A-C5D4778B93AB}" dt="2026-07-24T16:09:29.971" v="11" actId="14100"/>
          <ac:spMkLst>
            <pc:docMk/>
            <pc:sldMk cId="0" sldId="256"/>
            <ac:spMk id="9" creationId="{28098409-85F6-0F2D-4500-161EB9B0447B}"/>
          </ac:spMkLst>
        </pc:spChg>
        <pc:spChg chg="add del mod">
          <ac:chgData name="Thulasi I" userId="02cae29d05629c47" providerId="LiveId" clId="{B5385586-86AC-4735-820A-C5D4778B93AB}" dt="2026-07-24T16:10:03.064" v="12" actId="14100"/>
          <ac:spMkLst>
            <pc:docMk/>
            <pc:sldMk cId="0" sldId="256"/>
            <ac:spMk id="10" creationId="{DA3FEC98-D515-71B1-F627-F38CD18D0984}"/>
          </ac:spMkLst>
        </pc:spChg>
      </pc:sldChg>
      <pc:sldChg chg="addSp delSp modSp mod">
        <pc:chgData name="Thulasi I" userId="02cae29d05629c47" providerId="LiveId" clId="{B5385586-86AC-4735-820A-C5D4778B93AB}" dt="2026-08-20T07:33:18.702" v="920"/>
        <pc:sldMkLst>
          <pc:docMk/>
          <pc:sldMk cId="0" sldId="260"/>
        </pc:sldMkLst>
        <pc:spChg chg="mod">
          <ac:chgData name="Thulasi I" userId="02cae29d05629c47" providerId="LiveId" clId="{B5385586-86AC-4735-820A-C5D4778B93AB}" dt="2026-07-24T16:10:53.588" v="14" actId="1076"/>
          <ac:spMkLst>
            <pc:docMk/>
            <pc:sldMk cId="0" sldId="260"/>
            <ac:spMk id="2" creationId="{00000000-0000-0000-0000-000000000000}"/>
          </ac:spMkLst>
        </pc:spChg>
        <pc:spChg chg="add mod">
          <ac:chgData name="Thulasi I" userId="02cae29d05629c47" providerId="LiveId" clId="{B5385586-86AC-4735-820A-C5D4778B93AB}" dt="2026-08-20T07:30:08.189" v="865"/>
          <ac:spMkLst>
            <pc:docMk/>
            <pc:sldMk cId="0" sldId="260"/>
            <ac:spMk id="5" creationId="{8436F337-B0EB-76D0-13FC-4D91DC964133}"/>
          </ac:spMkLst>
        </pc:spChg>
        <pc:spChg chg="add del mod">
          <ac:chgData name="Thulasi I" userId="02cae29d05629c47" providerId="LiveId" clId="{B5385586-86AC-4735-820A-C5D4778B93AB}" dt="2026-08-20T07:33:18.702" v="920"/>
          <ac:spMkLst>
            <pc:docMk/>
            <pc:sldMk cId="0" sldId="260"/>
            <ac:spMk id="6" creationId="{B46ED763-9710-652C-612A-FBB4D2921120}"/>
          </ac:spMkLst>
        </pc:spChg>
        <pc:spChg chg="mod">
          <ac:chgData name="Thulasi I" userId="02cae29d05629c47" providerId="LiveId" clId="{B5385586-86AC-4735-820A-C5D4778B93AB}" dt="2026-08-20T07:33:07.742" v="918" actId="1076"/>
          <ac:spMkLst>
            <pc:docMk/>
            <pc:sldMk cId="0" sldId="260"/>
            <ac:spMk id="8" creationId="{3F17E4B7-334B-139B-C09C-802CDE44FE3C}"/>
          </ac:spMkLst>
        </pc:spChg>
      </pc:sldChg>
      <pc:sldChg chg="modSp mod ord">
        <pc:chgData name="Thulasi I" userId="02cae29d05629c47" providerId="LiveId" clId="{B5385586-86AC-4735-820A-C5D4778B93AB}" dt="2026-08-19T15:07:05.687" v="744"/>
        <pc:sldMkLst>
          <pc:docMk/>
          <pc:sldMk cId="0" sldId="267"/>
        </pc:sldMkLst>
        <pc:spChg chg="mod">
          <ac:chgData name="Thulasi I" userId="02cae29d05629c47" providerId="LiveId" clId="{B5385586-86AC-4735-820A-C5D4778B93AB}" dt="2026-07-24T16:56:03.018" v="405"/>
          <ac:spMkLst>
            <pc:docMk/>
            <pc:sldMk cId="0" sldId="267"/>
            <ac:spMk id="2" creationId="{00000000-0000-0000-0000-000000000000}"/>
          </ac:spMkLst>
        </pc:spChg>
      </pc:sldChg>
      <pc:sldChg chg="addSp delSp modSp mod">
        <pc:chgData name="Thulasi I" userId="02cae29d05629c47" providerId="LiveId" clId="{B5385586-86AC-4735-820A-C5D4778B93AB}" dt="2026-07-24T17:11:31.580" v="417" actId="14100"/>
        <pc:sldMkLst>
          <pc:docMk/>
          <pc:sldMk cId="3174108139" sldId="304"/>
        </pc:sldMkLst>
        <pc:picChg chg="add mod modCrop">
          <ac:chgData name="Thulasi I" userId="02cae29d05629c47" providerId="LiveId" clId="{B5385586-86AC-4735-820A-C5D4778B93AB}" dt="2026-07-24T17:11:31.580" v="417" actId="14100"/>
          <ac:picMkLst>
            <pc:docMk/>
            <pc:sldMk cId="3174108139" sldId="304"/>
            <ac:picMk id="9" creationId="{A131A268-D355-DCBC-0221-FE33875CEC97}"/>
          </ac:picMkLst>
        </pc:picChg>
      </pc:sldChg>
      <pc:sldChg chg="addSp delSp modSp mod">
        <pc:chgData name="Thulasi I" userId="02cae29d05629c47" providerId="LiveId" clId="{B5385586-86AC-4735-820A-C5D4778B93AB}" dt="2026-08-19T14:31:19.835" v="483" actId="113"/>
        <pc:sldMkLst>
          <pc:docMk/>
          <pc:sldMk cId="3828907968" sldId="305"/>
        </pc:sldMkLst>
        <pc:spChg chg="add mod">
          <ac:chgData name="Thulasi I" userId="02cae29d05629c47" providerId="LiveId" clId="{B5385586-86AC-4735-820A-C5D4778B93AB}" dt="2026-08-19T14:31:19.835" v="483" actId="113"/>
          <ac:spMkLst>
            <pc:docMk/>
            <pc:sldMk cId="3828907968" sldId="305"/>
            <ac:spMk id="4" creationId="{99365624-4920-DC1D-2234-21FECA98D23E}"/>
          </ac:spMkLst>
        </pc:spChg>
        <pc:spChg chg="mod">
          <ac:chgData name="Thulasi I" userId="02cae29d05629c47" providerId="LiveId" clId="{B5385586-86AC-4735-820A-C5D4778B93AB}" dt="2026-07-24T16:41:27.312" v="290" actId="255"/>
          <ac:spMkLst>
            <pc:docMk/>
            <pc:sldMk cId="3828907968" sldId="305"/>
            <ac:spMk id="5" creationId="{CFE360C5-62E1-0050-C3ED-F80D933A5092}"/>
          </ac:spMkLst>
        </pc:spChg>
        <pc:spChg chg="del mod">
          <ac:chgData name="Thulasi I" userId="02cae29d05629c47" providerId="LiveId" clId="{B5385586-86AC-4735-820A-C5D4778B93AB}" dt="2026-08-19T14:28:44.798" v="458"/>
          <ac:spMkLst>
            <pc:docMk/>
            <pc:sldMk cId="3828907968" sldId="305"/>
            <ac:spMk id="7" creationId="{2CD5B316-60D9-88CB-81AC-EBAFB8B31CC9}"/>
          </ac:spMkLst>
        </pc:spChg>
        <pc:picChg chg="mod">
          <ac:chgData name="Thulasi I" userId="02cae29d05629c47" providerId="LiveId" clId="{B5385586-86AC-4735-820A-C5D4778B93AB}" dt="2026-07-24T16:35:27.428" v="242" actId="1076"/>
          <ac:picMkLst>
            <pc:docMk/>
            <pc:sldMk cId="3828907968" sldId="305"/>
            <ac:picMk id="2" creationId="{EA67748F-A32B-EE40-D4E8-82A039EEDD80}"/>
          </ac:picMkLst>
        </pc:picChg>
        <pc:picChg chg="mod">
          <ac:chgData name="Thulasi I" userId="02cae29d05629c47" providerId="LiveId" clId="{B5385586-86AC-4735-820A-C5D4778B93AB}" dt="2026-07-24T16:35:25.482" v="241" actId="1076"/>
          <ac:picMkLst>
            <pc:docMk/>
            <pc:sldMk cId="3828907968" sldId="305"/>
            <ac:picMk id="6" creationId="{BA77DA75-8183-8F98-DB2A-A5BFCC873BEC}"/>
          </ac:picMkLst>
        </pc:picChg>
      </pc:sldChg>
      <pc:sldChg chg="addSp delSp modSp mod">
        <pc:chgData name="Thulasi I" userId="02cae29d05629c47" providerId="LiveId" clId="{B5385586-86AC-4735-820A-C5D4778B93AB}" dt="2026-08-19T14:40:20.554" v="551" actId="1076"/>
        <pc:sldMkLst>
          <pc:docMk/>
          <pc:sldMk cId="1866170143" sldId="306"/>
        </pc:sldMkLst>
        <pc:spChg chg="mod">
          <ac:chgData name="Thulasi I" userId="02cae29d05629c47" providerId="LiveId" clId="{B5385586-86AC-4735-820A-C5D4778B93AB}" dt="2026-08-19T14:31:58.329" v="488"/>
          <ac:spMkLst>
            <pc:docMk/>
            <pc:sldMk cId="1866170143" sldId="306"/>
            <ac:spMk id="2" creationId="{07800E22-862F-9FD1-ECA1-17D47C01D956}"/>
          </ac:spMkLst>
        </pc:spChg>
        <pc:spChg chg="mod">
          <ac:chgData name="Thulasi I" userId="02cae29d05629c47" providerId="LiveId" clId="{B5385586-86AC-4735-820A-C5D4778B93AB}" dt="2026-07-24T16:41:20.653" v="289" actId="255"/>
          <ac:spMkLst>
            <pc:docMk/>
            <pc:sldMk cId="1866170143" sldId="306"/>
            <ac:spMk id="3" creationId="{F32160FF-1221-4755-24CE-74AE7FA377AF}"/>
          </ac:spMkLst>
        </pc:spChg>
        <pc:spChg chg="add del">
          <ac:chgData name="Thulasi I" userId="02cae29d05629c47" providerId="LiveId" clId="{B5385586-86AC-4735-820A-C5D4778B93AB}" dt="2026-08-19T14:32:07.785" v="490" actId="22"/>
          <ac:spMkLst>
            <pc:docMk/>
            <pc:sldMk cId="1866170143" sldId="306"/>
            <ac:spMk id="7" creationId="{E48B13F1-4DA1-D21C-A317-744F9E5FA878}"/>
          </ac:spMkLst>
        </pc:spChg>
        <pc:spChg chg="add mod">
          <ac:chgData name="Thulasi I" userId="02cae29d05629c47" providerId="LiveId" clId="{B5385586-86AC-4735-820A-C5D4778B93AB}" dt="2026-08-19T14:40:20.554" v="551" actId="1076"/>
          <ac:spMkLst>
            <pc:docMk/>
            <pc:sldMk cId="1866170143" sldId="306"/>
            <ac:spMk id="8" creationId="{B51301F4-4B11-85DE-930D-1EE01496FEB9}"/>
          </ac:spMkLst>
        </pc:spChg>
        <pc:picChg chg="mod">
          <ac:chgData name="Thulasi I" userId="02cae29d05629c47" providerId="LiveId" clId="{B5385586-86AC-4735-820A-C5D4778B93AB}" dt="2026-07-24T16:36:42.810" v="250" actId="1076"/>
          <ac:picMkLst>
            <pc:docMk/>
            <pc:sldMk cId="1866170143" sldId="306"/>
            <ac:picMk id="4" creationId="{D752607C-7F3C-1433-51E4-A7A351A4C9EF}"/>
          </ac:picMkLst>
        </pc:picChg>
        <pc:picChg chg="mod">
          <ac:chgData name="Thulasi I" userId="02cae29d05629c47" providerId="LiveId" clId="{B5385586-86AC-4735-820A-C5D4778B93AB}" dt="2026-07-24T16:36:44.810" v="251" actId="1076"/>
          <ac:picMkLst>
            <pc:docMk/>
            <pc:sldMk cId="1866170143" sldId="306"/>
            <ac:picMk id="5" creationId="{01AC1049-23EF-4727-8B50-2328E88698DB}"/>
          </ac:picMkLst>
        </pc:picChg>
        <pc:picChg chg="add del mod">
          <ac:chgData name="Thulasi I" userId="02cae29d05629c47" providerId="LiveId" clId="{B5385586-86AC-4735-820A-C5D4778B93AB}" dt="2026-08-19T14:38:46.296" v="534" actId="22"/>
          <ac:picMkLst>
            <pc:docMk/>
            <pc:sldMk cId="1866170143" sldId="306"/>
            <ac:picMk id="10" creationId="{C6E72DEB-A3D5-8429-70FB-A9B55D2745AD}"/>
          </ac:picMkLst>
        </pc:picChg>
      </pc:sldChg>
      <pc:sldChg chg="addSp delSp modSp mod">
        <pc:chgData name="Thulasi I" userId="02cae29d05629c47" providerId="LiveId" clId="{B5385586-86AC-4735-820A-C5D4778B93AB}" dt="2026-07-24T17:17:40.720" v="420" actId="14100"/>
        <pc:sldMkLst>
          <pc:docMk/>
          <pc:sldMk cId="2351475917" sldId="309"/>
        </pc:sldMkLst>
        <pc:spChg chg="add mod">
          <ac:chgData name="Thulasi I" userId="02cae29d05629c47" providerId="LiveId" clId="{B5385586-86AC-4735-820A-C5D4778B93AB}" dt="2026-07-24T17:17:40.720" v="420" actId="14100"/>
          <ac:spMkLst>
            <pc:docMk/>
            <pc:sldMk cId="2351475917" sldId="309"/>
            <ac:spMk id="6" creationId="{8B42C19C-9C5D-286E-F27B-13E8540ACBE4}"/>
          </ac:spMkLst>
        </pc:spChg>
      </pc:sldChg>
      <pc:sldChg chg="delSp modSp mod">
        <pc:chgData name="Thulasi I" userId="02cae29d05629c47" providerId="LiveId" clId="{B5385586-86AC-4735-820A-C5D4778B93AB}" dt="2026-07-24T16:17:50.533" v="51" actId="948"/>
        <pc:sldMkLst>
          <pc:docMk/>
          <pc:sldMk cId="3383930383" sldId="310"/>
        </pc:sldMkLst>
        <pc:spChg chg="mod">
          <ac:chgData name="Thulasi I" userId="02cae29d05629c47" providerId="LiveId" clId="{B5385586-86AC-4735-820A-C5D4778B93AB}" dt="2026-07-24T16:17:50.533" v="51" actId="948"/>
          <ac:spMkLst>
            <pc:docMk/>
            <pc:sldMk cId="3383930383" sldId="310"/>
            <ac:spMk id="7" creationId="{E99C7B56-2F78-F019-22CB-00FC89278B3E}"/>
          </ac:spMkLst>
        </pc:spChg>
      </pc:sldChg>
      <pc:sldChg chg="addSp delSp modSp mod">
        <pc:chgData name="Thulasi I" userId="02cae29d05629c47" providerId="LiveId" clId="{B5385586-86AC-4735-820A-C5D4778B93AB}" dt="2026-08-19T14:22:48.256" v="444" actId="14100"/>
        <pc:sldMkLst>
          <pc:docMk/>
          <pc:sldMk cId="3729971206" sldId="311"/>
        </pc:sldMkLst>
        <pc:spChg chg="mod">
          <ac:chgData name="Thulasi I" userId="02cae29d05629c47" providerId="LiveId" clId="{B5385586-86AC-4735-820A-C5D4778B93AB}" dt="2026-08-19T14:21:55.120" v="435" actId="1076"/>
          <ac:spMkLst>
            <pc:docMk/>
            <pc:sldMk cId="3729971206" sldId="311"/>
            <ac:spMk id="2" creationId="{5293536A-260D-B06A-BF23-03D899D8C742}"/>
          </ac:spMkLst>
        </pc:spChg>
        <pc:graphicFrameChg chg="add mod modGraphic">
          <ac:chgData name="Thulasi I" userId="02cae29d05629c47" providerId="LiveId" clId="{B5385586-86AC-4735-820A-C5D4778B93AB}" dt="2026-08-19T14:21:14.399" v="426" actId="14100"/>
          <ac:graphicFrameMkLst>
            <pc:docMk/>
            <pc:sldMk cId="3729971206" sldId="311"/>
            <ac:graphicFrameMk id="5" creationId="{CAFD186F-41AC-6017-F244-B1AC9403B957}"/>
          </ac:graphicFrameMkLst>
        </pc:graphicFrameChg>
        <pc:graphicFrameChg chg="add del mod modGraphic">
          <ac:chgData name="Thulasi I" userId="02cae29d05629c47" providerId="LiveId" clId="{B5385586-86AC-4735-820A-C5D4778B93AB}" dt="2026-08-19T14:21:01.317" v="423" actId="478"/>
          <ac:graphicFrameMkLst>
            <pc:docMk/>
            <pc:sldMk cId="3729971206" sldId="311"/>
            <ac:graphicFrameMk id="6" creationId="{2A875C06-3025-6948-3CC8-5C2402EBBB1F}"/>
          </ac:graphicFrameMkLst>
        </pc:graphicFrameChg>
        <pc:graphicFrameChg chg="add mod modGraphic">
          <ac:chgData name="Thulasi I" userId="02cae29d05629c47" providerId="LiveId" clId="{B5385586-86AC-4735-820A-C5D4778B93AB}" dt="2026-08-19T14:22:48.256" v="444" actId="14100"/>
          <ac:graphicFrameMkLst>
            <pc:docMk/>
            <pc:sldMk cId="3729971206" sldId="311"/>
            <ac:graphicFrameMk id="7" creationId="{CF78E620-5ECE-1090-9AF2-7D7EA46E2685}"/>
          </ac:graphicFrameMkLst>
        </pc:graphicFrameChg>
        <pc:picChg chg="mod">
          <ac:chgData name="Thulasi I" userId="02cae29d05629c47" providerId="LiveId" clId="{B5385586-86AC-4735-820A-C5D4778B93AB}" dt="2026-08-19T14:21:50.868" v="434" actId="1076"/>
          <ac:picMkLst>
            <pc:docMk/>
            <pc:sldMk cId="3729971206" sldId="311"/>
            <ac:picMk id="3" creationId="{D42C38E1-BC9B-F691-AB4F-E62BD0B858E6}"/>
          </ac:picMkLst>
        </pc:picChg>
        <pc:picChg chg="mod">
          <ac:chgData name="Thulasi I" userId="02cae29d05629c47" providerId="LiveId" clId="{B5385586-86AC-4735-820A-C5D4778B93AB}" dt="2026-08-19T14:21:48.599" v="433" actId="1076"/>
          <ac:picMkLst>
            <pc:docMk/>
            <pc:sldMk cId="3729971206" sldId="311"/>
            <ac:picMk id="4" creationId="{E85A865B-85AD-FC48-A6D0-65CECDA88AC5}"/>
          </ac:picMkLst>
        </pc:picChg>
      </pc:sldChg>
      <pc:sldChg chg="delSp modSp mod">
        <pc:chgData name="Thulasi I" userId="02cae29d05629c47" providerId="LiveId" clId="{B5385586-86AC-4735-820A-C5D4778B93AB}" dt="2026-07-24T16:25:57.293" v="109" actId="1076"/>
        <pc:sldMkLst>
          <pc:docMk/>
          <pc:sldMk cId="4225688326" sldId="312"/>
        </pc:sldMkLst>
        <pc:spChg chg="mod">
          <ac:chgData name="Thulasi I" userId="02cae29d05629c47" providerId="LiveId" clId="{B5385586-86AC-4735-820A-C5D4778B93AB}" dt="2026-07-24T16:25:57.293" v="109" actId="1076"/>
          <ac:spMkLst>
            <pc:docMk/>
            <pc:sldMk cId="4225688326" sldId="312"/>
            <ac:spMk id="8" creationId="{A4705A80-58C7-5714-49AB-4A6B280741F2}"/>
          </ac:spMkLst>
        </pc:spChg>
      </pc:sldChg>
      <pc:sldChg chg="delSp modSp mod">
        <pc:chgData name="Thulasi I" userId="02cae29d05629c47" providerId="LiveId" clId="{B5385586-86AC-4735-820A-C5D4778B93AB}" dt="2026-08-19T14:45:30.914" v="606" actId="113"/>
        <pc:sldMkLst>
          <pc:docMk/>
          <pc:sldMk cId="334889959" sldId="313"/>
        </pc:sldMkLst>
        <pc:spChg chg="mod">
          <ac:chgData name="Thulasi I" userId="02cae29d05629c47" providerId="LiveId" clId="{B5385586-86AC-4735-820A-C5D4778B93AB}" dt="2026-08-19T14:45:30.914" v="606" actId="113"/>
          <ac:spMkLst>
            <pc:docMk/>
            <pc:sldMk cId="334889959" sldId="313"/>
            <ac:spMk id="2" creationId="{53215537-B2DC-E67C-E03D-D1F9B9942D2F}"/>
          </ac:spMkLst>
        </pc:spChg>
        <pc:spChg chg="mod">
          <ac:chgData name="Thulasi I" userId="02cae29d05629c47" providerId="LiveId" clId="{B5385586-86AC-4735-820A-C5D4778B93AB}" dt="2026-08-19T14:42:25.669" v="562" actId="1076"/>
          <ac:spMkLst>
            <pc:docMk/>
            <pc:sldMk cId="334889959" sldId="313"/>
            <ac:spMk id="3" creationId="{47CD89E7-5125-A380-66F1-9D26B98F0742}"/>
          </ac:spMkLst>
        </pc:spChg>
        <pc:picChg chg="mod">
          <ac:chgData name="Thulasi I" userId="02cae29d05629c47" providerId="LiveId" clId="{B5385586-86AC-4735-820A-C5D4778B93AB}" dt="2026-07-24T16:38:10.576" v="259" actId="1076"/>
          <ac:picMkLst>
            <pc:docMk/>
            <pc:sldMk cId="334889959" sldId="313"/>
            <ac:picMk id="4" creationId="{3649C5F5-D2CE-3F0E-5602-B320D9FB9062}"/>
          </ac:picMkLst>
        </pc:picChg>
        <pc:picChg chg="mod">
          <ac:chgData name="Thulasi I" userId="02cae29d05629c47" providerId="LiveId" clId="{B5385586-86AC-4735-820A-C5D4778B93AB}" dt="2026-07-24T16:38:07.986" v="258" actId="1076"/>
          <ac:picMkLst>
            <pc:docMk/>
            <pc:sldMk cId="334889959" sldId="313"/>
            <ac:picMk id="5" creationId="{0C4453CF-8B53-3321-2D84-B3D9FEA73AFC}"/>
          </ac:picMkLst>
        </pc:picChg>
      </pc:sldChg>
      <pc:sldChg chg="delSp modSp mod">
        <pc:chgData name="Thulasi I" userId="02cae29d05629c47" providerId="LiveId" clId="{B5385586-86AC-4735-820A-C5D4778B93AB}" dt="2026-08-19T14:45:41.178" v="608" actId="113"/>
        <pc:sldMkLst>
          <pc:docMk/>
          <pc:sldMk cId="1035353030" sldId="314"/>
        </pc:sldMkLst>
        <pc:spChg chg="mod">
          <ac:chgData name="Thulasi I" userId="02cae29d05629c47" providerId="LiveId" clId="{B5385586-86AC-4735-820A-C5D4778B93AB}" dt="2026-08-19T14:45:41.178" v="608" actId="113"/>
          <ac:spMkLst>
            <pc:docMk/>
            <pc:sldMk cId="1035353030" sldId="314"/>
            <ac:spMk id="2" creationId="{E7F5A7AB-C65A-52B5-909E-3C4B08563961}"/>
          </ac:spMkLst>
        </pc:spChg>
        <pc:spChg chg="mod">
          <ac:chgData name="Thulasi I" userId="02cae29d05629c47" providerId="LiveId" clId="{B5385586-86AC-4735-820A-C5D4778B93AB}" dt="2026-08-19T14:44:16.927" v="584" actId="1076"/>
          <ac:spMkLst>
            <pc:docMk/>
            <pc:sldMk cId="1035353030" sldId="314"/>
            <ac:spMk id="3" creationId="{87C57BBC-9E41-FC7B-C6CD-44CB0B111CC8}"/>
          </ac:spMkLst>
        </pc:spChg>
      </pc:sldChg>
      <pc:sldChg chg="delSp modSp mod">
        <pc:chgData name="Thulasi I" userId="02cae29d05629c47" providerId="LiveId" clId="{B5385586-86AC-4735-820A-C5D4778B93AB}" dt="2026-08-19T15:07:52.614" v="746" actId="113"/>
        <pc:sldMkLst>
          <pc:docMk/>
          <pc:sldMk cId="1763607789" sldId="315"/>
        </pc:sldMkLst>
        <pc:spChg chg="mod">
          <ac:chgData name="Thulasi I" userId="02cae29d05629c47" providerId="LiveId" clId="{B5385586-86AC-4735-820A-C5D4778B93AB}" dt="2026-08-19T15:07:52.614" v="746" actId="113"/>
          <ac:spMkLst>
            <pc:docMk/>
            <pc:sldMk cId="1763607789" sldId="315"/>
            <ac:spMk id="2" creationId="{7B079928-5C26-CD9F-55D4-43B6D0148A21}"/>
          </ac:spMkLst>
        </pc:spChg>
        <pc:spChg chg="mod">
          <ac:chgData name="Thulasi I" userId="02cae29d05629c47" providerId="LiveId" clId="{B5385586-86AC-4735-820A-C5D4778B93AB}" dt="2026-07-24T16:54:27.266" v="388" actId="14100"/>
          <ac:spMkLst>
            <pc:docMk/>
            <pc:sldMk cId="1763607789" sldId="315"/>
            <ac:spMk id="3" creationId="{6E336050-01CE-246F-6A06-E321F049422A}"/>
          </ac:spMkLst>
        </pc:spChg>
      </pc:sldChg>
      <pc:sldChg chg="delSp modSp add mod">
        <pc:chgData name="Thulasi I" userId="02cae29d05629c47" providerId="LiveId" clId="{B5385586-86AC-4735-820A-C5D4778B93AB}" dt="2026-08-19T15:08:03.569" v="748" actId="113"/>
        <pc:sldMkLst>
          <pc:docMk/>
          <pc:sldMk cId="1122743082" sldId="316"/>
        </pc:sldMkLst>
        <pc:spChg chg="mod">
          <ac:chgData name="Thulasi I" userId="02cae29d05629c47" providerId="LiveId" clId="{B5385586-86AC-4735-820A-C5D4778B93AB}" dt="2026-08-19T15:08:03.569" v="748" actId="113"/>
          <ac:spMkLst>
            <pc:docMk/>
            <pc:sldMk cId="1122743082" sldId="316"/>
            <ac:spMk id="2" creationId="{21CFFF7A-B99A-693B-E421-FA7EACA8D027}"/>
          </ac:spMkLst>
        </pc:spChg>
        <pc:spChg chg="mod">
          <ac:chgData name="Thulasi I" userId="02cae29d05629c47" providerId="LiveId" clId="{B5385586-86AC-4735-820A-C5D4778B93AB}" dt="2026-07-24T16:40:37.355" v="284" actId="20577"/>
          <ac:spMkLst>
            <pc:docMk/>
            <pc:sldMk cId="1122743082" sldId="316"/>
            <ac:spMk id="3" creationId="{98BD0226-907A-46E0-3605-66BC99A89D8B}"/>
          </ac:spMkLst>
        </pc:spChg>
      </pc:sldChg>
      <pc:sldChg chg="new del">
        <pc:chgData name="Thulasi I" userId="02cae29d05629c47" providerId="LiveId" clId="{B5385586-86AC-4735-820A-C5D4778B93AB}" dt="2026-08-19T14:48:43.996" v="623" actId="47"/>
        <pc:sldMkLst>
          <pc:docMk/>
          <pc:sldMk cId="470897949" sldId="317"/>
        </pc:sldMkLst>
      </pc:sldChg>
      <pc:sldChg chg="addSp modSp new mod ord">
        <pc:chgData name="Thulasi I" userId="02cae29d05629c47" providerId="LiveId" clId="{B5385586-86AC-4735-820A-C5D4778B93AB}" dt="2026-08-19T15:08:25.877" v="754" actId="113"/>
        <pc:sldMkLst>
          <pc:docMk/>
          <pc:sldMk cId="2851646353" sldId="317"/>
        </pc:sldMkLst>
        <pc:spChg chg="mod">
          <ac:chgData name="Thulasi I" userId="02cae29d05629c47" providerId="LiveId" clId="{B5385586-86AC-4735-820A-C5D4778B93AB}" dt="2026-08-19T15:05:52.614" v="727" actId="14100"/>
          <ac:spMkLst>
            <pc:docMk/>
            <pc:sldMk cId="2851646353" sldId="317"/>
            <ac:spMk id="2" creationId="{162EB16C-2C31-CD93-6928-990552F26156}"/>
          </ac:spMkLst>
        </pc:spChg>
        <pc:spChg chg="mod">
          <ac:chgData name="Thulasi I" userId="02cae29d05629c47" providerId="LiveId" clId="{B5385586-86AC-4735-820A-C5D4778B93AB}" dt="2026-08-19T15:08:25.877" v="754" actId="113"/>
          <ac:spMkLst>
            <pc:docMk/>
            <pc:sldMk cId="2851646353" sldId="317"/>
            <ac:spMk id="3" creationId="{3DC36DB9-31BB-27C5-5A98-958F01151747}"/>
          </ac:spMkLst>
        </pc:spChg>
        <pc:spChg chg="add mod">
          <ac:chgData name="Thulasi I" userId="02cae29d05629c47" providerId="LiveId" clId="{B5385586-86AC-4735-820A-C5D4778B93AB}" dt="2026-08-19T15:03:26.292" v="710" actId="1076"/>
          <ac:spMkLst>
            <pc:docMk/>
            <pc:sldMk cId="2851646353" sldId="317"/>
            <ac:spMk id="11" creationId="{B0B807BA-4B5C-6D1F-7C25-F6DD18065B69}"/>
          </ac:spMkLst>
        </pc:spChg>
        <pc:picChg chg="add mod">
          <ac:chgData name="Thulasi I" userId="02cae29d05629c47" providerId="LiveId" clId="{B5385586-86AC-4735-820A-C5D4778B93AB}" dt="2026-08-19T14:59:57.451" v="691" actId="1076"/>
          <ac:picMkLst>
            <pc:docMk/>
            <pc:sldMk cId="2851646353" sldId="317"/>
            <ac:picMk id="5" creationId="{032305E6-86E3-FBCE-B6CF-9A86837FC854}"/>
          </ac:picMkLst>
        </pc:picChg>
        <pc:picChg chg="add mod">
          <ac:chgData name="Thulasi I" userId="02cae29d05629c47" providerId="LiveId" clId="{B5385586-86AC-4735-820A-C5D4778B93AB}" dt="2026-08-19T14:59:59.830" v="692" actId="1076"/>
          <ac:picMkLst>
            <pc:docMk/>
            <pc:sldMk cId="2851646353" sldId="317"/>
            <ac:picMk id="7" creationId="{2F8A2A30-9A6D-2BD1-E946-C34DE2F719B8}"/>
          </ac:picMkLst>
        </pc:picChg>
        <pc:picChg chg="add mod">
          <ac:chgData name="Thulasi I" userId="02cae29d05629c47" providerId="LiveId" clId="{B5385586-86AC-4735-820A-C5D4778B93AB}" dt="2026-08-19T15:02:52.834" v="705" actId="1076"/>
          <ac:picMkLst>
            <pc:docMk/>
            <pc:sldMk cId="2851646353" sldId="317"/>
            <ac:picMk id="9" creationId="{56C342BA-675F-FBAD-2E80-40565FE5BC71}"/>
          </ac:picMkLst>
        </pc:picChg>
      </pc:sldChg>
      <pc:sldChg chg="add del">
        <pc:chgData name="Thulasi I" userId="02cae29d05629c47" providerId="LiveId" clId="{B5385586-86AC-4735-820A-C5D4778B93AB}" dt="2026-08-19T15:04:32.341" v="712" actId="47"/>
        <pc:sldMkLst>
          <pc:docMk/>
          <pc:sldMk cId="21192736" sldId="318"/>
        </pc:sldMkLst>
      </pc:sldChg>
      <pc:sldChg chg="addSp delSp modSp add mod">
        <pc:chgData name="Thulasi I" userId="02cae29d05629c47" providerId="LiveId" clId="{B5385586-86AC-4735-820A-C5D4778B93AB}" dt="2026-08-19T15:06:52.261" v="742" actId="1076"/>
        <pc:sldMkLst>
          <pc:docMk/>
          <pc:sldMk cId="576288259" sldId="318"/>
        </pc:sldMkLst>
        <pc:spChg chg="del mod">
          <ac:chgData name="Thulasi I" userId="02cae29d05629c47" providerId="LiveId" clId="{B5385586-86AC-4735-820A-C5D4778B93AB}" dt="2026-08-19T15:04:58.661" v="717"/>
          <ac:spMkLst>
            <pc:docMk/>
            <pc:sldMk cId="576288259" sldId="318"/>
            <ac:spMk id="2" creationId="{623A9D66-91EB-D890-30A6-CA504CC62C0C}"/>
          </ac:spMkLst>
        </pc:spChg>
        <pc:spChg chg="add mod">
          <ac:chgData name="Thulasi I" userId="02cae29d05629c47" providerId="LiveId" clId="{B5385586-86AC-4735-820A-C5D4778B93AB}" dt="2026-08-19T15:05:30.561" v="724" actId="1076"/>
          <ac:spMkLst>
            <pc:docMk/>
            <pc:sldMk cId="576288259" sldId="318"/>
            <ac:spMk id="4" creationId="{C9C9DA15-7D0E-E05E-1853-1C373E092B55}"/>
          </ac:spMkLst>
        </pc:spChg>
        <pc:spChg chg="add mod">
          <ac:chgData name="Thulasi I" userId="02cae29d05629c47" providerId="LiveId" clId="{B5385586-86AC-4735-820A-C5D4778B93AB}" dt="2026-08-19T15:06:52.261" v="742" actId="1076"/>
          <ac:spMkLst>
            <pc:docMk/>
            <pc:sldMk cId="576288259" sldId="318"/>
            <ac:spMk id="7" creationId="{0A84349B-72AB-2D28-9244-94EF43B23DFF}"/>
          </ac:spMkLst>
        </pc:spChg>
      </pc:sldChg>
      <pc:sldChg chg="new del">
        <pc:chgData name="Thulasi I" userId="02cae29d05629c47" providerId="LiveId" clId="{B5385586-86AC-4735-820A-C5D4778B93AB}" dt="2026-08-19T14:57:18.080" v="669" actId="47"/>
        <pc:sldMkLst>
          <pc:docMk/>
          <pc:sldMk cId="2226907942" sldId="318"/>
        </pc:sldMkLst>
      </pc:sldChg>
      <pc:sldChg chg="addSp modSp add mod ord">
        <pc:chgData name="Thulasi I" userId="02cae29d05629c47" providerId="LiveId" clId="{B5385586-86AC-4735-820A-C5D4778B93AB}" dt="2026-08-19T15:12:06.150" v="815" actId="1076"/>
        <pc:sldMkLst>
          <pc:docMk/>
          <pc:sldMk cId="961054889" sldId="319"/>
        </pc:sldMkLst>
        <pc:spChg chg="mod">
          <ac:chgData name="Thulasi I" userId="02cae29d05629c47" providerId="LiveId" clId="{B5385586-86AC-4735-820A-C5D4778B93AB}" dt="2026-08-19T15:11:12.293" v="794" actId="1076"/>
          <ac:spMkLst>
            <pc:docMk/>
            <pc:sldMk cId="961054889" sldId="319"/>
            <ac:spMk id="2" creationId="{5DAAAD71-3B4F-7B4C-F0B6-C93ACF53AD81}"/>
          </ac:spMkLst>
        </pc:spChg>
        <pc:spChg chg="add mod">
          <ac:chgData name="Thulasi I" userId="02cae29d05629c47" providerId="LiveId" clId="{B5385586-86AC-4735-820A-C5D4778B93AB}" dt="2026-08-19T15:12:06.150" v="815" actId="1076"/>
          <ac:spMkLst>
            <pc:docMk/>
            <pc:sldMk cId="961054889" sldId="319"/>
            <ac:spMk id="3" creationId="{A1C6805F-0B15-AEBF-EFAE-0F26020FE669}"/>
          </ac:spMkLst>
        </pc:spChg>
      </pc:sldChg>
      <pc:sldChg chg="delSp new del mod ord">
        <pc:chgData name="Thulasi I" userId="02cae29d05629c47" providerId="LiveId" clId="{B5385586-86AC-4735-820A-C5D4778B93AB}" dt="2026-08-19T15:10:21.797" v="761" actId="47"/>
        <pc:sldMkLst>
          <pc:docMk/>
          <pc:sldMk cId="3349691563" sldId="319"/>
        </pc:sldMkLst>
        <pc:spChg chg="del">
          <ac:chgData name="Thulasi I" userId="02cae29d05629c47" providerId="LiveId" clId="{B5385586-86AC-4735-820A-C5D4778B93AB}" dt="2026-08-19T15:10:16.157" v="760" actId="478"/>
          <ac:spMkLst>
            <pc:docMk/>
            <pc:sldMk cId="3349691563" sldId="319"/>
            <ac:spMk id="2" creationId="{7018F81C-8CE5-84B0-99FC-EF09FB0251C6}"/>
          </ac:spMkLst>
        </pc:spChg>
      </pc:sldChg>
      <pc:sldChg chg="addSp modSp add mod ord">
        <pc:chgData name="Thulasi I" userId="02cae29d05629c47" providerId="LiveId" clId="{B5385586-86AC-4735-820A-C5D4778B93AB}" dt="2026-08-19T15:14:48.460" v="854" actId="1076"/>
        <pc:sldMkLst>
          <pc:docMk/>
          <pc:sldMk cId="796873869" sldId="320"/>
        </pc:sldMkLst>
        <pc:spChg chg="mod">
          <ac:chgData name="Thulasi I" userId="02cae29d05629c47" providerId="LiveId" clId="{B5385586-86AC-4735-820A-C5D4778B93AB}" dt="2026-08-19T15:14:42.832" v="853" actId="122"/>
          <ac:spMkLst>
            <pc:docMk/>
            <pc:sldMk cId="796873869" sldId="320"/>
            <ac:spMk id="2" creationId="{5309D303-0A7C-5AB2-A66C-7BBC2C82362B}"/>
          </ac:spMkLst>
        </pc:spChg>
        <pc:spChg chg="add mod">
          <ac:chgData name="Thulasi I" userId="02cae29d05629c47" providerId="LiveId" clId="{B5385586-86AC-4735-820A-C5D4778B93AB}" dt="2026-08-19T15:14:48.460" v="854" actId="1076"/>
          <ac:spMkLst>
            <pc:docMk/>
            <pc:sldMk cId="796873869" sldId="320"/>
            <ac:spMk id="3" creationId="{7E59D373-B534-171D-2D38-90B1F86D965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359BC-59E3-4E9A-9861-0BF49EBDC942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CE006-BAFD-4FA8-9E9B-B01FA093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205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CE006-BAFD-4FA8-9E9B-B01FA0933DF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866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CE006-BAFD-4FA8-9E9B-B01FA0933DF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69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71414" y="2102545"/>
            <a:ext cx="192024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7998" y="28081"/>
            <a:ext cx="4616003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086600" y="3630492"/>
            <a:ext cx="4800600" cy="50875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sz="2400" spc="-7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400" spc="-2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192311062          P.Reddy Renuka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192321117          Oviya M</a:t>
            </a:r>
            <a:endParaRPr lang="en-IN" sz="1800" dirty="0"/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192421032</a:t>
            </a: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Thulasi I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192521429</a:t>
            </a: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800" dirty="0"/>
              <a:t>Maha Swetha 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192425355</a:t>
            </a:r>
            <a:r>
              <a:rPr lang="en-US" sz="18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sz="1800" dirty="0"/>
              <a:t>Yambadi thanushma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dirty="0"/>
              <a:t>192425177</a:t>
            </a: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800" dirty="0"/>
              <a:t>Yarrabolu Navya 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pc="-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pc="-25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pc="-25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FEC98-D515-71B1-F627-F38CD18D0984}"/>
              </a:ext>
            </a:extLst>
          </p:cNvPr>
          <p:cNvSpPr txBox="1"/>
          <p:nvPr/>
        </p:nvSpPr>
        <p:spPr>
          <a:xfrm>
            <a:off x="1143000" y="2519622"/>
            <a:ext cx="98126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ITA0502– COMPUTER VISION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5F1620-4E9A-C4F9-9CC5-6A5289C687FD}"/>
              </a:ext>
            </a:extLst>
          </p:cNvPr>
          <p:cNvSpPr txBox="1"/>
          <p:nvPr/>
        </p:nvSpPr>
        <p:spPr>
          <a:xfrm>
            <a:off x="381000" y="4038600"/>
            <a:ext cx="5291137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Program Director : 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Dr. Sasi Rekha, Prof/CSE</a:t>
            </a:r>
          </a:p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Faculty:- 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Mrs. R C Jeni Gracia, AP / CSE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SE-Computer Science and Engineering">
            <a:extLst>
              <a:ext uri="{FF2B5EF4-FFF2-40B4-BE49-F238E27FC236}">
                <a16:creationId xmlns:a16="http://schemas.microsoft.com/office/drawing/2014/main" id="{A828A50E-EF19-CDD1-34FE-5D34AAF01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36" y="463932"/>
            <a:ext cx="10461523" cy="84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098409-85F6-0F2D-4500-161EB9B0447B}"/>
              </a:ext>
            </a:extLst>
          </p:cNvPr>
          <p:cNvSpPr txBox="1"/>
          <p:nvPr/>
        </p:nvSpPr>
        <p:spPr>
          <a:xfrm>
            <a:off x="1236318" y="1668823"/>
            <a:ext cx="97193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Attendance Management System Using Face Recognition with OpenCV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800" y="404155"/>
            <a:ext cx="461600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sz="5400" b="1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B67C31-356E-0941-C6D8-004559976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601704-DA6B-57B7-F8C0-53DE75AE0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17E4B7-334B-139B-C09C-802CDE44FE3C}"/>
              </a:ext>
            </a:extLst>
          </p:cNvPr>
          <p:cNvSpPr txBox="1"/>
          <p:nvPr/>
        </p:nvSpPr>
        <p:spPr>
          <a:xfrm>
            <a:off x="1197627" y="1752600"/>
            <a:ext cx="6400800" cy="6294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- Overall Design of Project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Introduction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36F337-B0EB-76D0-13FC-4D91DC964133}"/>
              </a:ext>
            </a:extLst>
          </p:cNvPr>
          <p:cNvSpPr txBox="1"/>
          <p:nvPr/>
        </p:nvSpPr>
        <p:spPr>
          <a:xfrm>
            <a:off x="5943600" y="1905000"/>
            <a:ext cx="5029200" cy="4757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CEF3-856D-87BB-20E4-F306EB1E1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658B63E-B5EC-D40D-A03E-5AB4227C6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2400" y="404155"/>
            <a:ext cx="461600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5400" b="1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AF2DC0-ADC4-CD93-3B30-5671078EF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3862CC-08D5-AABA-C735-4EDEC5B1A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99C7B56-2F78-F019-22CB-00FC89278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788840"/>
            <a:ext cx="9753600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Attendance Management System Using OpenCV-Based Face Recognition automates the attendance process using computer vision.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detects and recognizes students' faces through a webcam.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is recorded automatically with the student's name, date, and time.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accuracy, saves time, and prevents proxy attendance.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demonstrates the practical application of OpenCV and Computer Vision in educational institutions.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930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72A3B-9BD8-07B8-462A-B1491964D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93536A-260D-B06A-BF23-03D899D8C7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600" y="236945"/>
            <a:ext cx="5987603" cy="985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2C38E1-BC9B-F691-AB4F-E62BD0B85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46" y="55946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A865B-85AD-FC48-A6D0-65CECDA88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8004" y="55946"/>
            <a:ext cx="1277150" cy="1303758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F78E620-5ECE-1090-9AF2-7D7EA46E2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78593"/>
              </p:ext>
            </p:extLst>
          </p:nvPr>
        </p:nvGraphicFramePr>
        <p:xfrm>
          <a:off x="76200" y="1600200"/>
          <a:ext cx="12039600" cy="520185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06600">
                  <a:extLst>
                    <a:ext uri="{9D8B030D-6E8A-4147-A177-3AD203B41FA5}">
                      <a16:colId xmlns:a16="http://schemas.microsoft.com/office/drawing/2014/main" val="4136927724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3844324988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160607284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227527714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28950885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3729785445"/>
                    </a:ext>
                  </a:extLst>
                </a:gridCol>
              </a:tblGrid>
              <a:tr h="284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Author &amp; Year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Paper Title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Method Used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Key Findings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Advantages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Limitations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3116313586"/>
                  </a:ext>
                </a:extLst>
              </a:tr>
              <a:tr h="990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Chandra et al. (2021)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Automated Attendance System Using Face Recognition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OpenCV + Face Recognition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Automated attendance with improved accuracy and reduced manual effort.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Contactless attendance, saves time, reduces manual errors.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Performance decreases under poor lighting and different face angles.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1111733254"/>
                  </a:ext>
                </a:extLst>
              </a:tr>
              <a:tr h="783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Ashwin Rao (2022)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Real-Time Face Recognition Based Attendance System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Face Recognition + Computer Vision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Real-time attendance system with reduced proxy attendance.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Real-time identification, reduces proxy attendance, easy to use.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Requires a high-quality camera for better recognition accuracy.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3043805101"/>
                  </a:ext>
                </a:extLst>
              </a:tr>
              <a:tr h="990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A. Kumar et al. (2023)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Face Recognition Based Smart Attendance Management System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OpenCV + Face Recognition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Reliable real-time face recognition for attendance management.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Fast recognition, automated attendance, reduces human intervention.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Recognition accuracy may decrease when multiple faces are present simultaneously.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4240380990"/>
                  </a:ext>
                </a:extLst>
              </a:tr>
              <a:tr h="1076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Jayaraj Viswanathan et al. (2024)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Smart Attendance System Using OpenCV and Machine Learning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OpenCV + Machine Learning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Improved attendance efficiency with minimal human intervention.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Efficient, automated, reduces workload and improves attendance monitoring.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Performance may be affected by face masks and occlusions.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3843924987"/>
                  </a:ext>
                </a:extLst>
              </a:tr>
              <a:tr h="1076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Divyanshu Bhardwaj et al. (2025)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/>
                        <a:t>Cloud-Based Smart Attendance System Using Face Recognition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OpenCV + Flask + Google API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Secure and real-time attendance with cloud integration.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Cloud storage, real-time access, secure attendance records, easy report management.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Requires a stable internet connection for cloud-based features.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72" marR="44372" marT="22186" marB="22186" anchor="ctr"/>
                </a:tc>
                <a:extLst>
                  <a:ext uri="{0D108BD9-81ED-4DB2-BD59-A6C34878D82A}">
                    <a16:rowId xmlns:a16="http://schemas.microsoft.com/office/drawing/2014/main" val="440624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971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ADF86B-E886-BBC1-410D-8EFEFC2EB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48" y="152400"/>
            <a:ext cx="1103472" cy="1347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544DB0-6EC6-86E4-3C8D-7526556C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798" y="259118"/>
            <a:ext cx="1110754" cy="1133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C78C93-F319-FE29-2779-C9C9824B4773}"/>
              </a:ext>
            </a:extLst>
          </p:cNvPr>
          <p:cNvSpPr txBox="1"/>
          <p:nvPr/>
        </p:nvSpPr>
        <p:spPr>
          <a:xfrm>
            <a:off x="3008472" y="129279"/>
            <a:ext cx="6359059" cy="1189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8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42C19C-9C5D-286E-F27B-13E8540ACBE4}"/>
              </a:ext>
            </a:extLst>
          </p:cNvPr>
          <p:cNvSpPr txBox="1"/>
          <p:nvPr/>
        </p:nvSpPr>
        <p:spPr>
          <a:xfrm>
            <a:off x="1066800" y="1981200"/>
            <a:ext cx="95250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attendance methods are time-consuming and prone to human errors.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attendance allows proxy attendance and inaccurate record keeping.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face recognition systems may perform poorly under varying lighting conditions and face angles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is a need for a cost-effective, accurate, and real-time attendance system using OpenCV-based face recognition to automate attendance and improve efficiency.</a:t>
            </a:r>
          </a:p>
        </p:txBody>
      </p:sp>
    </p:spTree>
    <p:extLst>
      <p:ext uri="{BB962C8B-B14F-4D97-AF65-F5344CB8AC3E}">
        <p14:creationId xmlns:p14="http://schemas.microsoft.com/office/powerpoint/2010/main" val="235147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29A9D-2186-C61E-A022-82D5CD4FA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768148-F03D-A51C-A80A-DF951221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48" y="152400"/>
            <a:ext cx="1103472" cy="1347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D83745-EB0D-04EB-2EEB-C193944FC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798" y="259118"/>
            <a:ext cx="1110754" cy="1133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A15185-F3FA-57BF-1084-504965670ED0}"/>
              </a:ext>
            </a:extLst>
          </p:cNvPr>
          <p:cNvSpPr txBox="1"/>
          <p:nvPr/>
        </p:nvSpPr>
        <p:spPr>
          <a:xfrm>
            <a:off x="3008472" y="129279"/>
            <a:ext cx="6359059" cy="106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4705A80-58C7-5714-49AB-4A6B28074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981200"/>
            <a:ext cx="883920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attendance management system using OpenCV-based face recognition.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recognize students' faces in real time using a webcam.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record attendance with the student's name, date, and time.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effort, human errors, and proxy attendance.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accuracy and efficiency of attendance management. </a:t>
            </a:r>
          </a:p>
        </p:txBody>
      </p:sp>
    </p:spTree>
    <p:extLst>
      <p:ext uri="{BB962C8B-B14F-4D97-AF65-F5344CB8AC3E}">
        <p14:creationId xmlns:p14="http://schemas.microsoft.com/office/powerpoint/2010/main" val="4225688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4EF21E-7E02-0738-A3D5-BD1B6807E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28600"/>
            <a:ext cx="1103472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B03364-DF14-3A4E-0F4B-BBCC557E2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850" y="272175"/>
            <a:ext cx="1277150" cy="13037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60A53E-37CE-FCCF-13CD-255BFB1C6F12}"/>
              </a:ext>
            </a:extLst>
          </p:cNvPr>
          <p:cNvSpPr txBox="1"/>
          <p:nvPr/>
        </p:nvSpPr>
        <p:spPr>
          <a:xfrm>
            <a:off x="3733800" y="462389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31A268-D355-DCBC-0221-FE33875CEC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995"/>
          <a:stretch>
            <a:fillRect/>
          </a:stretch>
        </p:blipFill>
        <p:spPr>
          <a:xfrm>
            <a:off x="838200" y="2057400"/>
            <a:ext cx="103632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08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67748F-A32B-EE40-D4E8-82A039EED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43" y="329067"/>
            <a:ext cx="1103472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77DA75-8183-8F98-DB2A-A5BFCC873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607" y="329067"/>
            <a:ext cx="1200950" cy="12259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71C86F-E165-18A1-17F5-71F8868C0B5B}"/>
              </a:ext>
            </a:extLst>
          </p:cNvPr>
          <p:cNvSpPr txBox="1"/>
          <p:nvPr/>
        </p:nvSpPr>
        <p:spPr>
          <a:xfrm>
            <a:off x="2895600" y="6858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E360C5-62E1-0050-C3ED-F80D933A5092}"/>
              </a:ext>
            </a:extLst>
          </p:cNvPr>
          <p:cNvSpPr txBox="1"/>
          <p:nvPr/>
        </p:nvSpPr>
        <p:spPr>
          <a:xfrm>
            <a:off x="1485900" y="185977"/>
            <a:ext cx="9220199" cy="1828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Student Registration &amp; Face Dataset Collection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65624-4920-DC1D-2234-21FECA98D23E}"/>
              </a:ext>
            </a:extLst>
          </p:cNvPr>
          <p:cNvSpPr txBox="1"/>
          <p:nvPr/>
        </p:nvSpPr>
        <p:spPr>
          <a:xfrm>
            <a:off x="609599" y="2240837"/>
            <a:ext cx="109728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registers the student's ID, Name and required details and collects multiple face images using a webcam.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and Haar Cascade Classifier are used to detect the student's face.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captured image is converted into grayscale, the detected face is cropped, and 20–50 images are stored with the student's ID.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details → Start webcam → Capture image → Grayscale conversion → Haar Cascade face detection → Crop face → Save dataset.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face dataset is used for training the face recognition model, improving student identification and attendance accuracy.</a:t>
            </a:r>
          </a:p>
        </p:txBody>
      </p:sp>
    </p:spTree>
    <p:extLst>
      <p:ext uri="{BB962C8B-B14F-4D97-AF65-F5344CB8AC3E}">
        <p14:creationId xmlns:p14="http://schemas.microsoft.com/office/powerpoint/2010/main" val="3828907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2160FF-1221-4755-24CE-74AE7FA377AF}"/>
              </a:ext>
            </a:extLst>
          </p:cNvPr>
          <p:cNvSpPr txBox="1"/>
          <p:nvPr/>
        </p:nvSpPr>
        <p:spPr>
          <a:xfrm>
            <a:off x="1943100" y="66554"/>
            <a:ext cx="8305800" cy="1612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&amp; Face Model Training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2607C-7F3C-1433-51E4-A7A351A4C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434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AC1049-23EF-4727-8B50-2328E8869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2450" y="2286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800E22-862F-9FD1-ECA1-17D47C01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439418"/>
            <a:ext cx="9906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1301F4-4B11-85DE-930D-1EE01496FEB9}"/>
              </a:ext>
            </a:extLst>
          </p:cNvPr>
          <p:cNvSpPr txBox="1"/>
          <p:nvPr/>
        </p:nvSpPr>
        <p:spPr>
          <a:xfrm>
            <a:off x="723900" y="2057400"/>
            <a:ext cx="107442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prepares the collected face images for recognition by applying image preprocessing and model training techniques.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captured face images are converted into grayscale and resized to maintain a consistent image format.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LBPH (Local Binary Pattern Histogram) algorithm is used to extract facial features and train the face recognition model.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dataset → Grayscale conversion → Resize images → Extract LBPH features → Train recognition model → Save trained model.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LBPH face recognition model learns the facial patterns of registered students and is later used to identify them during real-time attendance.</a:t>
            </a:r>
          </a:p>
        </p:txBody>
      </p:sp>
    </p:spTree>
    <p:extLst>
      <p:ext uri="{BB962C8B-B14F-4D97-AF65-F5344CB8AC3E}">
        <p14:creationId xmlns:p14="http://schemas.microsoft.com/office/powerpoint/2010/main" val="1866170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18178-D79D-F4D2-C44C-C5D35B89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CD89E7-5125-A380-66F1-9D26B98F0742}"/>
              </a:ext>
            </a:extLst>
          </p:cNvPr>
          <p:cNvSpPr txBox="1"/>
          <p:nvPr/>
        </p:nvSpPr>
        <p:spPr>
          <a:xfrm>
            <a:off x="1872220" y="476131"/>
            <a:ext cx="8447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Face Detection</a:t>
            </a: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9C5F5-D2CE-3F0E-5602-B320D9FB9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" y="194407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4453CF-8B53-3321-2D84-B3D9FEA73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087" y="168793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3215537-B2DC-E67C-E03D-D1F9B9942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242065"/>
            <a:ext cx="975360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detects student faces in real time from live webcam video.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captured video frames are converted into grayscale for efficient face detection.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Haar Cascade Classifier is used to detect and locate faces in each frame.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Start webcam → Capture frame → Grayscale conversion → Haar Cascade detection → Locate face → Draw bounding box.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detected face is extracted and passed to the Face Recognition module for identifying the registered student.</a:t>
            </a:r>
          </a:p>
        </p:txBody>
      </p:sp>
    </p:spTree>
    <p:extLst>
      <p:ext uri="{BB962C8B-B14F-4D97-AF65-F5344CB8AC3E}">
        <p14:creationId xmlns:p14="http://schemas.microsoft.com/office/powerpoint/2010/main" val="334889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9D7AC-7E69-8A0D-458F-602FF6659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C57BBC-9E41-FC7B-C6CD-44CB0B111CC8}"/>
              </a:ext>
            </a:extLst>
          </p:cNvPr>
          <p:cNvSpPr txBox="1"/>
          <p:nvPr/>
        </p:nvSpPr>
        <p:spPr>
          <a:xfrm>
            <a:off x="1894361" y="716650"/>
            <a:ext cx="8305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</a:t>
            </a:r>
            <a:r>
              <a:rPr lang="en-IN" sz="4000" b="1" dirty="0"/>
              <a:t>Face Recognition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0B2FEB-A973-1DF3-8EA3-076D87D12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AA1045-EC6D-D3F6-BFDB-E2E31B27E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F5A7AB-C65A-52B5-909E-3C4B08563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056555"/>
            <a:ext cx="100584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module identifies the detected student face by comparing it with the trained face recognition model.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detected face is processed and its facial features are compared with the stored student dataset.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LBPH Face Recognizer is used to match the detected face with the registered student.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face → Extract face region → Compare with trained model → Calculate confidence → Identify student.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matching face is found within the acceptable confidence level, the Student ID and Name are retrieved for attendance marking.</a:t>
            </a:r>
          </a:p>
        </p:txBody>
      </p:sp>
    </p:spTree>
    <p:extLst>
      <p:ext uri="{BB962C8B-B14F-4D97-AF65-F5344CB8AC3E}">
        <p14:creationId xmlns:p14="http://schemas.microsoft.com/office/powerpoint/2010/main" val="1035353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746C3-6AE9-FA25-8C08-DDDD60A8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336050-01CE-246F-6A06-E321F049422A}"/>
              </a:ext>
            </a:extLst>
          </p:cNvPr>
          <p:cNvSpPr txBox="1"/>
          <p:nvPr/>
        </p:nvSpPr>
        <p:spPr>
          <a:xfrm>
            <a:off x="1828800" y="381000"/>
            <a:ext cx="8458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Attendance Management</a:t>
            </a:r>
          </a:p>
          <a:p>
            <a:pPr algn="ctr" rtl="0"/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2AE876-9410-08BC-7DA3-72B3B8561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DE5E1-790F-8421-962D-E340E1736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079928-5C26-CD9F-55D4-43B6D0148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293016"/>
            <a:ext cx="1036320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automatically records attendance after successful face recognition.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recognized student's ID, Name, Date and Time are captured and stored.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checks for duplicate attendance to avoid multiple entries for the same student.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student → Verify identity → Check duplicate entry → Record date &amp; time → Mark attendance.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is automatically stored in a CSV/Excel file or database, reducing manual work and proxy attendance.</a:t>
            </a:r>
          </a:p>
        </p:txBody>
      </p:sp>
    </p:spTree>
    <p:extLst>
      <p:ext uri="{BB962C8B-B14F-4D97-AF65-F5344CB8AC3E}">
        <p14:creationId xmlns:p14="http://schemas.microsoft.com/office/powerpoint/2010/main" val="1763607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20C38-E132-74DC-269C-753590C2E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BD0226-907A-46E0-3605-66BC99A89D8B}"/>
              </a:ext>
            </a:extLst>
          </p:cNvPr>
          <p:cNvSpPr txBox="1"/>
          <p:nvPr/>
        </p:nvSpPr>
        <p:spPr>
          <a:xfrm>
            <a:off x="1600200" y="228600"/>
            <a:ext cx="8610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6– </a:t>
            </a:r>
            <a:r>
              <a:rPr lang="en-IN" sz="4000" b="1" dirty="0"/>
              <a:t>Attendance Report Generation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28341-578C-157D-4C08-8E80A83E5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9F0953-5D45-4917-9106-8DCF49ED1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1CFFF7A-B99A-693B-E421-FA7EACA8D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67592"/>
            <a:ext cx="10134600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generates daily and monthly attendance reports from the recorded attendance data.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stored attendance records are retrieved from the CSV/Excel file or database.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calculates the attendance percentage for each student.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attendance data → Filter by date/student → Count Present/Absent → Calculate percentage → Generate report.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reports provide a clear view of student-wise attendance and attendance percentage for easy monitoring.</a:t>
            </a:r>
          </a:p>
        </p:txBody>
      </p:sp>
    </p:spTree>
    <p:extLst>
      <p:ext uri="{BB962C8B-B14F-4D97-AF65-F5344CB8AC3E}">
        <p14:creationId xmlns:p14="http://schemas.microsoft.com/office/powerpoint/2010/main" val="1122743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EB16C-2C31-CD93-6928-990552F26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4480"/>
            <a:ext cx="11430000" cy="830997"/>
          </a:xfrm>
        </p:spPr>
        <p:txBody>
          <a:bodyPr/>
          <a:lstStyle/>
          <a:p>
            <a:pPr algn="ctr"/>
            <a:r>
              <a:rPr lang="en-IN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36DB9-31BB-27C5-5A98-958F01151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1588057"/>
            <a:ext cx="5526912" cy="5493812"/>
          </a:xfrm>
        </p:spPr>
        <p:txBody>
          <a:bodyPr/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Attendance System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faster and more automated attendance compared with traditional methods.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attendance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more time and human effort.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and Fingerprint systems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manual work but require physical cards or contact-based identification.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contactless, real-time identification using a webcam.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system helps reduce proxy attendance, duplicate entries and manual errors.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2305E6-86E3-FBCE-B6CF-9A86837FC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87" y="91718"/>
            <a:ext cx="1103472" cy="1347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8A2A30-9A6D-2BD1-E946-C34DE2F71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753" y="91718"/>
            <a:ext cx="1295400" cy="12259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C342BA-675F-FBAD-2E80-40565FE5B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320" y="1439051"/>
            <a:ext cx="5538486" cy="41136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B807BA-4B5C-6D1F-7C25-F6DD18065B69}"/>
              </a:ext>
            </a:extLst>
          </p:cNvPr>
          <p:cNvSpPr txBox="1"/>
          <p:nvPr/>
        </p:nvSpPr>
        <p:spPr>
          <a:xfrm>
            <a:off x="6512690" y="5927189"/>
            <a:ext cx="5276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Values:</a:t>
            </a:r>
            <a:r>
              <a:rPr lang="en-IN" dirty="0"/>
              <a:t> Manual – 60%, RFID – 80%, Fingerprint – 85%, Face Recognition – 95%</a:t>
            </a:r>
          </a:p>
        </p:txBody>
      </p:sp>
    </p:spTree>
    <p:extLst>
      <p:ext uri="{BB962C8B-B14F-4D97-AF65-F5344CB8AC3E}">
        <p14:creationId xmlns:p14="http://schemas.microsoft.com/office/powerpoint/2010/main" val="2851646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5E063D-BBE9-595F-5753-1119A0722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>
            <a:extLst>
              <a:ext uri="{FF2B5EF4-FFF2-40B4-BE49-F238E27FC236}">
                <a16:creationId xmlns:a16="http://schemas.microsoft.com/office/drawing/2014/main" id="{B4879B25-DAC3-D3F5-4A08-F8F6B9C71D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176667"/>
            <a:ext cx="1335513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8944C5-841E-02D0-49EF-E1A77046F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7" y="176667"/>
            <a:ext cx="1103472" cy="13473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C9DA15-7D0E-E05E-1853-1C373E092B55}"/>
              </a:ext>
            </a:extLst>
          </p:cNvPr>
          <p:cNvSpPr txBox="1"/>
          <p:nvPr/>
        </p:nvSpPr>
        <p:spPr>
          <a:xfrm>
            <a:off x="3048965" y="388668"/>
            <a:ext cx="60940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4349B-72AB-2D28-9244-94EF43B23DFF}"/>
              </a:ext>
            </a:extLst>
          </p:cNvPr>
          <p:cNvSpPr txBox="1"/>
          <p:nvPr/>
        </p:nvSpPr>
        <p:spPr>
          <a:xfrm>
            <a:off x="900339" y="1905000"/>
            <a:ext cx="9829800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Automates student attendance in schools, colleges and universities.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Offices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Monitors employee attendance and working hours.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Centers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Records attendance of trainees automatically.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Examination Halls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verify student identity and attendance.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Workshops &amp; Seminars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quick and contactless participant attendance.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Maintains digital attendance records and reduces manual effort.</a:t>
            </a:r>
          </a:p>
        </p:txBody>
      </p:sp>
    </p:spTree>
    <p:extLst>
      <p:ext uri="{BB962C8B-B14F-4D97-AF65-F5344CB8AC3E}">
        <p14:creationId xmlns:p14="http://schemas.microsoft.com/office/powerpoint/2010/main" val="576288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FC54DA0-0C90-1140-45C0-F72A54E4B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AAAD71-3B4F-7B4C-F0B6-C93ACF53AD81}"/>
              </a:ext>
            </a:extLst>
          </p:cNvPr>
          <p:cNvSpPr txBox="1"/>
          <p:nvPr/>
        </p:nvSpPr>
        <p:spPr>
          <a:xfrm>
            <a:off x="3002151" y="428422"/>
            <a:ext cx="59817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B78BD88-B412-34F2-C16F-1E11F2EF4AD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176667"/>
            <a:ext cx="1335513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B4900C-82E9-D2A0-9567-07866BE72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7" y="176667"/>
            <a:ext cx="1103472" cy="13473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C6805F-0B15-AEBF-EFAE-0F26020FE669}"/>
              </a:ext>
            </a:extLst>
          </p:cNvPr>
          <p:cNvSpPr txBox="1"/>
          <p:nvPr/>
        </p:nvSpPr>
        <p:spPr>
          <a:xfrm>
            <a:off x="1001901" y="1828800"/>
            <a:ext cx="9982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Smart Attendance Management System provides an automated and contactless method for recording attendance.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OpenCV, Haar Cascade and LBPH are used for face detection and recognition.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identifies registered students and records ID, name, date and time.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reduces manual effort, saves time and minimizes proxy attendance.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generated attendance reports make monitoring and record management easier.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Overall, the proposed system provides a simple, efficient and reliable solution for smart attendance management.</a:t>
            </a:r>
          </a:p>
        </p:txBody>
      </p:sp>
    </p:spTree>
    <p:extLst>
      <p:ext uri="{BB962C8B-B14F-4D97-AF65-F5344CB8AC3E}">
        <p14:creationId xmlns:p14="http://schemas.microsoft.com/office/powerpoint/2010/main" val="961054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A42E67-BCC6-7BC5-5E5B-1EF7110D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09D303-0A7C-5AB2-A66C-7BBC2C82362B}"/>
              </a:ext>
            </a:extLst>
          </p:cNvPr>
          <p:cNvSpPr txBox="1"/>
          <p:nvPr/>
        </p:nvSpPr>
        <p:spPr>
          <a:xfrm>
            <a:off x="3733800" y="304800"/>
            <a:ext cx="52578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34148B51-066B-5904-6FA4-87490ECB28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176667"/>
            <a:ext cx="1335513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2D44E4-83F4-58FE-ABFC-DED03745F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7" y="176667"/>
            <a:ext cx="1103472" cy="13473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59D373-B534-171D-2D38-90B1F86D965A}"/>
              </a:ext>
            </a:extLst>
          </p:cNvPr>
          <p:cNvSpPr txBox="1"/>
          <p:nvPr/>
        </p:nvSpPr>
        <p:spPr>
          <a:xfrm>
            <a:off x="365965" y="1905000"/>
            <a:ext cx="11049001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Viola, P., &amp; Jones, M. (2001). Rapid Object Detection Using a Boosted Cascade of Simple Features.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CVPR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1, 511–518. </a:t>
            </a:r>
          </a:p>
          <a:p>
            <a:pPr marL="342900" lvl="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Ahonen, T., Hadid, A., &amp; Pietikäinen, M. (2006). Face Description with Local Binary Patterns: Application to Face Recognition.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Pattern Analysis and Machine Intelligence, 28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(12), 2037–2041. </a:t>
            </a:r>
          </a:p>
          <a:p>
            <a:pPr marL="342900" lvl="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Kale, M., Nawale, N., Chandane, S., &amp; Chavhan, A. (2021). Face Detection and Recognition for Automatic Attendance System.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Recent Advances in Multidisciplinary Topics, 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(4), 104–107. </a:t>
            </a:r>
          </a:p>
          <a:p>
            <a:pPr marL="342900" lvl="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Beri, N., Srivastava, V., &amp; Malik, N. (2024). Face Recognition Attendance Management System Using LBPH and Haar Cascade.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Trends in Computer Science and Smart Technology, 6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257–273. </a:t>
            </a:r>
          </a:p>
        </p:txBody>
      </p:sp>
    </p:spTree>
    <p:extLst>
      <p:ext uri="{BB962C8B-B14F-4D97-AF65-F5344CB8AC3E}">
        <p14:creationId xmlns:p14="http://schemas.microsoft.com/office/powerpoint/2010/main" val="796873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0" y="2907258"/>
            <a:ext cx="52578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IN" sz="6000" b="1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176667"/>
            <a:ext cx="1335513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4C0FCF-7D21-2B1B-CADD-5D366DB41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7" y="176667"/>
            <a:ext cx="1103472" cy="13473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2964</TotalTime>
  <Words>1556</Words>
  <Application>Microsoft Office PowerPoint</Application>
  <PresentationFormat>Widescreen</PresentationFormat>
  <Paragraphs>149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Calibri</vt:lpstr>
      <vt:lpstr>Times New Roman</vt:lpstr>
      <vt:lpstr>Wingdings</vt:lpstr>
      <vt:lpstr>Office Theme</vt:lpstr>
      <vt:lpstr>PowerPoint Presentation</vt:lpstr>
      <vt:lpstr>Agenda</vt:lpstr>
      <vt:lpstr>Introduction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 and discussions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siddartha y</dc:creator>
  <cp:lastModifiedBy>Thulasi I</cp:lastModifiedBy>
  <cp:revision>36</cp:revision>
  <dcterms:created xsi:type="dcterms:W3CDTF">2025-08-08T16:05:27Z</dcterms:created>
  <dcterms:modified xsi:type="dcterms:W3CDTF">2026-08-20T07:33:25Z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2025-08-08T00:00:00Z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2025-08-08T00:00:00Z</vt:filetime>
  </property>
</Properties>
</file>